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notesMasterIdLst>
    <p:notesMasterId r:id="rId26"/>
  </p:notesMasterIdLst>
  <p:sldIdLst>
    <p:sldId id="299" r:id="rId2"/>
    <p:sldId id="322" r:id="rId3"/>
    <p:sldId id="308" r:id="rId4"/>
    <p:sldId id="309" r:id="rId5"/>
    <p:sldId id="310" r:id="rId6"/>
    <p:sldId id="311" r:id="rId7"/>
    <p:sldId id="312" r:id="rId8"/>
    <p:sldId id="313" r:id="rId9"/>
    <p:sldId id="314" r:id="rId10"/>
    <p:sldId id="315" r:id="rId11"/>
    <p:sldId id="316" r:id="rId12"/>
    <p:sldId id="317" r:id="rId13"/>
    <p:sldId id="318" r:id="rId14"/>
    <p:sldId id="319" r:id="rId15"/>
    <p:sldId id="320" r:id="rId16"/>
    <p:sldId id="321" r:id="rId17"/>
    <p:sldId id="323" r:id="rId18"/>
    <p:sldId id="324" r:id="rId19"/>
    <p:sldId id="325" r:id="rId20"/>
    <p:sldId id="326" r:id="rId21"/>
    <p:sldId id="327" r:id="rId22"/>
    <p:sldId id="328" r:id="rId23"/>
    <p:sldId id="329" r:id="rId24"/>
    <p:sldId id="300"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66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F5C49AF-BBB3-4E01-B029-24E069A98D58}" v="20" dt="2026-01-30T12:52:03.48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189" autoAdjust="0"/>
  </p:normalViewPr>
  <p:slideViewPr>
    <p:cSldViewPr snapToGrid="0">
      <p:cViewPr varScale="1">
        <p:scale>
          <a:sx n="104" d="100"/>
          <a:sy n="104" d="100"/>
        </p:scale>
        <p:origin x="870"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F4543E3-E730-4822-8F44-FD7212783D74}" type="datetimeFigureOut">
              <a:rPr lang="en-IN" smtClean="0"/>
              <a:t>04-04-2026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60C000C-EDBC-4A86-8BE3-0766212EF3CD}" type="slidenum">
              <a:rPr lang="en-IN" smtClean="0"/>
              <a:t>‹#›</a:t>
            </a:fld>
            <a:endParaRPr lang="en-IN"/>
          </a:p>
        </p:txBody>
      </p:sp>
    </p:spTree>
    <p:extLst>
      <p:ext uri="{BB962C8B-B14F-4D97-AF65-F5344CB8AC3E}">
        <p14:creationId xmlns:p14="http://schemas.microsoft.com/office/powerpoint/2010/main" val="4032732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60C000C-EDBC-4A86-8BE3-0766212EF3CD}" type="slidenum">
              <a:rPr lang="en-IN" smtClean="0"/>
              <a:t>2</a:t>
            </a:fld>
            <a:endParaRPr lang="en-IN"/>
          </a:p>
        </p:txBody>
      </p:sp>
    </p:spTree>
    <p:extLst>
      <p:ext uri="{BB962C8B-B14F-4D97-AF65-F5344CB8AC3E}">
        <p14:creationId xmlns:p14="http://schemas.microsoft.com/office/powerpoint/2010/main" val="22888597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8265021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0723834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6918303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7EE713-CCEF-4188-90B1-26C48DA2FDFF}"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10269540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7EE713-CCEF-4188-90B1-26C48DA2FDFF}" type="datetimeFigureOut">
              <a:rPr lang="en-IN" smtClean="0"/>
              <a:t>04-04-2026</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1844291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7EE713-CCEF-4188-90B1-26C48DA2FDFF}" type="datetimeFigureOut">
              <a:rPr lang="en-IN" smtClean="0"/>
              <a:t>04-04-2026</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47406374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7EE713-CCEF-4188-90B1-26C48DA2FDFF}" type="datetimeFigureOut">
              <a:rPr lang="en-IN" smtClean="0"/>
              <a:t>04-04-2026</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11436023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7EE713-CCEF-4188-90B1-26C48DA2FDFF}"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1233485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7EE713-CCEF-4188-90B1-26C48DA2FDFF}" type="datetimeFigureOut">
              <a:rPr lang="en-IN" smtClean="0"/>
              <a:t>04-04-2026</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2756829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27006681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99561953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903299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52008072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403161269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50007045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7EE713-CCEF-4188-90B1-26C48DA2FDFF}" type="datetimeFigureOut">
              <a:rPr lang="en-IN" smtClean="0"/>
              <a:t>04-04-2026</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000028F-19F4-4C24-BC71-787A8F7E09F8}" type="slidenum">
              <a:rPr lang="en-IN" smtClean="0"/>
              <a:t>‹#›</a:t>
            </a:fld>
            <a:endParaRPr lang="en-IN"/>
          </a:p>
        </p:txBody>
      </p:sp>
    </p:spTree>
    <p:extLst>
      <p:ext uri="{BB962C8B-B14F-4D97-AF65-F5344CB8AC3E}">
        <p14:creationId xmlns:p14="http://schemas.microsoft.com/office/powerpoint/2010/main" val="332749656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17EE713-CCEF-4188-90B1-26C48DA2FDFF}" type="datetimeFigureOut">
              <a:rPr lang="en-IN" smtClean="0"/>
              <a:t>04-04-2026</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000028F-19F4-4C24-BC71-787A8F7E09F8}" type="slidenum">
              <a:rPr lang="en-IN" smtClean="0"/>
              <a:t>‹#›</a:t>
            </a:fld>
            <a:endParaRPr lang="en-IN"/>
          </a:p>
        </p:txBody>
      </p:sp>
    </p:spTree>
    <p:extLst>
      <p:ext uri="{BB962C8B-B14F-4D97-AF65-F5344CB8AC3E}">
        <p14:creationId xmlns:p14="http://schemas.microsoft.com/office/powerpoint/2010/main" val="78452478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 id="2147483696" r:id="rId12"/>
    <p:sldLayoutId id="2147483697" r:id="rId13"/>
    <p:sldLayoutId id="2147483698" r:id="rId14"/>
    <p:sldLayoutId id="2147483699" r:id="rId15"/>
    <p:sldLayoutId id="2147483700"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jpeg"/><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4.jpeg"/></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421F02-F8FE-E13C-30B4-501FB24C54A7}"/>
              </a:ext>
            </a:extLst>
          </p:cNvPr>
          <p:cNvSpPr>
            <a:spLocks noGrp="1"/>
          </p:cNvSpPr>
          <p:nvPr>
            <p:ph type="ctrTitle"/>
          </p:nvPr>
        </p:nvSpPr>
        <p:spPr>
          <a:xfrm>
            <a:off x="978310" y="1842396"/>
            <a:ext cx="9144000" cy="1655762"/>
          </a:xfrm>
        </p:spPr>
        <p:txBody>
          <a:bodyPr>
            <a:normAutofit/>
          </a:bodyPr>
          <a:lstStyle/>
          <a:p>
            <a:pPr algn="ctr"/>
            <a:r>
              <a:rPr lang="en-US" sz="4800" b="1" dirty="0">
                <a:solidFill>
                  <a:schemeClr val="accent1">
                    <a:lumMod val="50000"/>
                  </a:schemeClr>
                </a:solidFill>
                <a:latin typeface="Times New Roman" panose="02020603050405020304" pitchFamily="18" charset="0"/>
                <a:cs typeface="Times New Roman" panose="02020603050405020304" pitchFamily="18" charset="0"/>
              </a:rPr>
              <a:t>BATCH – 09 (SEC – 19)</a:t>
            </a:r>
            <a:br>
              <a:rPr lang="en-US" sz="4800" b="1" dirty="0">
                <a:solidFill>
                  <a:schemeClr val="accent1">
                    <a:lumMod val="50000"/>
                  </a:schemeClr>
                </a:solidFill>
                <a:latin typeface="Times New Roman" panose="02020603050405020304" pitchFamily="18" charset="0"/>
                <a:cs typeface="Times New Roman" panose="02020603050405020304" pitchFamily="18" charset="0"/>
              </a:rPr>
            </a:br>
            <a:r>
              <a:rPr lang="en-US" sz="4800" b="1" dirty="0">
                <a:solidFill>
                  <a:schemeClr val="accent1">
                    <a:lumMod val="50000"/>
                  </a:schemeClr>
                </a:solidFill>
                <a:latin typeface="Times New Roman" panose="02020603050405020304" pitchFamily="18" charset="0"/>
                <a:cs typeface="Times New Roman" panose="02020603050405020304" pitchFamily="18" charset="0"/>
              </a:rPr>
              <a:t>FIELD PROJECT</a:t>
            </a:r>
            <a:endParaRPr lang="en-IN" sz="4800" b="1" dirty="0">
              <a:solidFill>
                <a:schemeClr val="accent1">
                  <a:lumMod val="50000"/>
                </a:schemeClr>
              </a:solidFill>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43796D49-6807-CB76-9A21-0CD7FB6CA412}"/>
              </a:ext>
            </a:extLst>
          </p:cNvPr>
          <p:cNvSpPr>
            <a:spLocks noGrp="1"/>
          </p:cNvSpPr>
          <p:nvPr>
            <p:ph type="subTitle" idx="1"/>
          </p:nvPr>
        </p:nvSpPr>
        <p:spPr>
          <a:xfrm>
            <a:off x="658762" y="3730164"/>
            <a:ext cx="5348748" cy="2662084"/>
          </a:xfrm>
        </p:spPr>
        <p:txBody>
          <a:bodyPr/>
          <a:lstStyle/>
          <a:p>
            <a:pPr algn="l"/>
            <a:r>
              <a:rPr lang="en-US" b="1" dirty="0">
                <a:latin typeface="Times New Roman" panose="02020603050405020304" pitchFamily="18" charset="0"/>
                <a:cs typeface="Times New Roman" panose="02020603050405020304" pitchFamily="18" charset="0"/>
              </a:rPr>
              <a:t>   </a:t>
            </a:r>
            <a:r>
              <a:rPr lang="en-US" b="1" u="sng" dirty="0">
                <a:latin typeface="Times New Roman" panose="02020603050405020304" pitchFamily="18" charset="0"/>
                <a:cs typeface="Times New Roman" panose="02020603050405020304" pitchFamily="18" charset="0"/>
              </a:rPr>
              <a:t>BATCHMATES</a:t>
            </a:r>
            <a:r>
              <a:rPr lang="en-US" u="sng" dirty="0">
                <a:latin typeface="Times New Roman" panose="02020603050405020304" pitchFamily="18" charset="0"/>
                <a:cs typeface="Times New Roman" panose="02020603050405020304" pitchFamily="18" charset="0"/>
              </a:rPr>
              <a:t>:</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M. Shiva </a:t>
            </a:r>
            <a:r>
              <a:rPr lang="en-IN" dirty="0" err="1">
                <a:latin typeface="Times New Roman" panose="02020603050405020304" pitchFamily="18" charset="0"/>
                <a:cs typeface="Times New Roman" panose="02020603050405020304" pitchFamily="18" charset="0"/>
              </a:rPr>
              <a:t>kumar</a:t>
            </a:r>
            <a:r>
              <a:rPr lang="en-IN" dirty="0">
                <a:latin typeface="Times New Roman" panose="02020603050405020304" pitchFamily="18" charset="0"/>
                <a:cs typeface="Times New Roman" panose="02020603050405020304" pitchFamily="18" charset="0"/>
              </a:rPr>
              <a:t>      ( 241FA04284)</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P . Nikhil </a:t>
            </a:r>
            <a:r>
              <a:rPr lang="en-IN" dirty="0" err="1">
                <a:latin typeface="Times New Roman" panose="02020603050405020304" pitchFamily="18" charset="0"/>
                <a:cs typeface="Times New Roman" panose="02020603050405020304" pitchFamily="18" charset="0"/>
              </a:rPr>
              <a:t>sai</a:t>
            </a:r>
            <a:r>
              <a:rPr lang="en-IN" dirty="0">
                <a:latin typeface="Times New Roman" panose="02020603050405020304" pitchFamily="18" charset="0"/>
                <a:cs typeface="Times New Roman" panose="02020603050405020304" pitchFamily="18" charset="0"/>
              </a:rPr>
              <a:t>           (241FA04289)</a:t>
            </a:r>
          </a:p>
          <a:p>
            <a:pPr marL="342900" indent="-342900" algn="l">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Sk</a:t>
            </a:r>
            <a:r>
              <a:rPr lang="en-IN" dirty="0">
                <a:latin typeface="Times New Roman" panose="02020603050405020304" pitchFamily="18" charset="0"/>
                <a:cs typeface="Times New Roman" panose="02020603050405020304" pitchFamily="18" charset="0"/>
              </a:rPr>
              <a:t> . Ajmal               (241FA04332)</a:t>
            </a:r>
          </a:p>
          <a:p>
            <a:pPr marL="342900" indent="-342900" algn="l">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T . Hari krishna       (241FA04348)</a:t>
            </a:r>
          </a:p>
        </p:txBody>
      </p:sp>
      <p:pic>
        <p:nvPicPr>
          <p:cNvPr id="4" name="Picture 3">
            <a:extLst>
              <a:ext uri="{FF2B5EF4-FFF2-40B4-BE49-F238E27FC236}">
                <a16:creationId xmlns:a16="http://schemas.microsoft.com/office/drawing/2014/main" id="{4841457F-9A4B-8AE2-D8F4-9F5872C75657}"/>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3136491" y="56893"/>
            <a:ext cx="4827638" cy="1553497"/>
          </a:xfrm>
          <a:prstGeom prst="rect">
            <a:avLst/>
          </a:prstGeom>
        </p:spPr>
      </p:pic>
    </p:spTree>
    <p:extLst>
      <p:ext uri="{BB962C8B-B14F-4D97-AF65-F5344CB8AC3E}">
        <p14:creationId xmlns:p14="http://schemas.microsoft.com/office/powerpoint/2010/main" val="31464673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childTnLst>
                    </p:cTn>
                  </p:par>
                  <p:par>
                    <p:cTn id="10" fill="hold">
                      <p:stCondLst>
                        <p:cond delay="indefinite"/>
                      </p:stCondLst>
                      <p:childTnLst>
                        <p:par>
                          <p:cTn id="11" fill="hold">
                            <p:stCondLst>
                              <p:cond delay="0"/>
                            </p:stCondLst>
                            <p:childTnLst>
                              <p:par>
                                <p:cTn id="12" presetID="45" presetClass="entr" presetSubtype="0" fill="hold" grpId="0" nodeType="clickEffect">
                                  <p:stCondLst>
                                    <p:cond delay="0"/>
                                  </p:stCondLst>
                                  <p:childTnLst>
                                    <p:set>
                                      <p:cBhvr>
                                        <p:cTn id="13" dur="1" fill="hold">
                                          <p:stCondLst>
                                            <p:cond delay="0"/>
                                          </p:stCondLst>
                                        </p:cTn>
                                        <p:tgtEl>
                                          <p:spTgt spid="2"/>
                                        </p:tgtEl>
                                        <p:attrNameLst>
                                          <p:attrName>style.visibility</p:attrName>
                                        </p:attrNameLst>
                                      </p:cBhvr>
                                      <p:to>
                                        <p:strVal val="visible"/>
                                      </p:to>
                                    </p:set>
                                    <p:animEffect transition="in" filter="fade">
                                      <p:cBhvr>
                                        <p:cTn id="14" dur="2000"/>
                                        <p:tgtEl>
                                          <p:spTgt spid="2"/>
                                        </p:tgtEl>
                                      </p:cBhvr>
                                    </p:animEffect>
                                    <p:anim calcmode="lin" valueType="num">
                                      <p:cBhvr>
                                        <p:cTn id="15" dur="2000" fill="hold"/>
                                        <p:tgtEl>
                                          <p:spTgt spid="2"/>
                                        </p:tgtEl>
                                        <p:attrNameLst>
                                          <p:attrName>ppt_w</p:attrName>
                                        </p:attrNameLst>
                                      </p:cBhvr>
                                      <p:tavLst>
                                        <p:tav tm="0" fmla="#ppt_w*sin(2.5*pi*$)">
                                          <p:val>
                                            <p:fltVal val="0"/>
                                          </p:val>
                                        </p:tav>
                                        <p:tav tm="100000">
                                          <p:val>
                                            <p:fltVal val="1"/>
                                          </p:val>
                                        </p:tav>
                                      </p:tavLst>
                                    </p:anim>
                                    <p:anim calcmode="lin" valueType="num">
                                      <p:cBhvr>
                                        <p:cTn id="16" dur="2000" fill="hold"/>
                                        <p:tgtEl>
                                          <p:spTgt spid="2"/>
                                        </p:tgtEl>
                                        <p:attrNameLst>
                                          <p:attrName>ppt_h</p:attrName>
                                        </p:attrNameLst>
                                      </p:cBhvr>
                                      <p:tavLst>
                                        <p:tav tm="0">
                                          <p:val>
                                            <p:strVal val="#ppt_h"/>
                                          </p:val>
                                        </p:tav>
                                        <p:tav tm="100000">
                                          <p:val>
                                            <p:strVal val="#ppt_h"/>
                                          </p:val>
                                        </p:tav>
                                      </p:tavLst>
                                    </p:anim>
                                  </p:childTnLst>
                                </p:cTn>
                              </p:par>
                            </p:childTnLst>
                          </p:cTn>
                        </p:par>
                      </p:childTnLst>
                    </p:cTn>
                  </p:par>
                  <p:par>
                    <p:cTn id="17" fill="hold">
                      <p:stCondLst>
                        <p:cond delay="indefinite"/>
                      </p:stCondLst>
                      <p:childTnLst>
                        <p:par>
                          <p:cTn id="18" fill="hold">
                            <p:stCondLst>
                              <p:cond delay="0"/>
                            </p:stCondLst>
                            <p:childTnLst>
                              <p:par>
                                <p:cTn id="19" presetID="26" presetClass="entr" presetSubtype="0" fill="hold" grpId="0" nodeType="clickEffect">
                                  <p:stCondLst>
                                    <p:cond delay="0"/>
                                  </p:stCondLst>
                                  <p:childTnLst>
                                    <p:set>
                                      <p:cBhvr>
                                        <p:cTn id="20" dur="1" fill="hold">
                                          <p:stCondLst>
                                            <p:cond delay="0"/>
                                          </p:stCondLst>
                                        </p:cTn>
                                        <p:tgtEl>
                                          <p:spTgt spid="3">
                                            <p:txEl>
                                              <p:pRg st="0" end="0"/>
                                            </p:txEl>
                                          </p:spTgt>
                                        </p:tgtEl>
                                        <p:attrNameLst>
                                          <p:attrName>style.visibility</p:attrName>
                                        </p:attrNameLst>
                                      </p:cBhvr>
                                      <p:to>
                                        <p:strVal val="visible"/>
                                      </p:to>
                                    </p:set>
                                    <p:animEffect transition="in" filter="wipe(down)">
                                      <p:cBhvr>
                                        <p:cTn id="21" dur="580">
                                          <p:stCondLst>
                                            <p:cond delay="0"/>
                                          </p:stCondLst>
                                        </p:cTn>
                                        <p:tgtEl>
                                          <p:spTgt spid="3">
                                            <p:txEl>
                                              <p:pRg st="0" end="0"/>
                                            </p:txEl>
                                          </p:spTgt>
                                        </p:tgtEl>
                                      </p:cBhvr>
                                    </p:animEffect>
                                    <p:anim calcmode="lin" valueType="num">
                                      <p:cBhvr>
                                        <p:cTn id="22" dur="1822" tmFilter="0,0; 0.14,0.36; 0.43,0.73; 0.71,0.91; 1.0,1.0">
                                          <p:stCondLst>
                                            <p:cond delay="0"/>
                                          </p:stCondLst>
                                        </p:cTn>
                                        <p:tgtEl>
                                          <p:spTgt spid="3">
                                            <p:txEl>
                                              <p:pRg st="0" end="0"/>
                                            </p:txEl>
                                          </p:spTgt>
                                        </p:tgtEl>
                                        <p:attrNameLst>
                                          <p:attrName>ppt_x</p:attrName>
                                        </p:attrNameLst>
                                      </p:cBhvr>
                                      <p:tavLst>
                                        <p:tav tm="0">
                                          <p:val>
                                            <p:strVal val="#ppt_x-0.25"/>
                                          </p:val>
                                        </p:tav>
                                        <p:tav tm="100000">
                                          <p:val>
                                            <p:strVal val="#ppt_x"/>
                                          </p:val>
                                        </p:tav>
                                      </p:tavLst>
                                    </p:anim>
                                    <p:anim calcmode="lin" valueType="num">
                                      <p:cBhvr>
                                        <p:cTn id="23" dur="664" tmFilter="0.0,0.0; 0.25,0.07; 0.50,0.2; 0.75,0.467; 1.0,1.0">
                                          <p:stCondLst>
                                            <p:cond delay="0"/>
                                          </p:stCondLst>
                                        </p:cTn>
                                        <p:tgtEl>
                                          <p:spTgt spid="3">
                                            <p:txEl>
                                              <p:pRg st="0" end="0"/>
                                            </p:txEl>
                                          </p:spTgt>
                                        </p:tgtEl>
                                        <p:attrNameLst>
                                          <p:attrName>ppt_y</p:attrName>
                                        </p:attrNameLst>
                                      </p:cBhvr>
                                      <p:tavLst>
                                        <p:tav tm="0" fmla="#ppt_y-sin(pi*$)/3">
                                          <p:val>
                                            <p:fltVal val="0.5"/>
                                          </p:val>
                                        </p:tav>
                                        <p:tav tm="100000">
                                          <p:val>
                                            <p:fltVal val="1"/>
                                          </p:val>
                                        </p:tav>
                                      </p:tavLst>
                                    </p:anim>
                                    <p:anim calcmode="lin" valueType="num">
                                      <p:cBhvr>
                                        <p:cTn id="24" dur="664" tmFilter="0, 0; 0.125,0.2665; 0.25,0.4; 0.375,0.465; 0.5,0.5;  0.625,0.535; 0.75,0.6; 0.875,0.7335; 1,1">
                                          <p:stCondLst>
                                            <p:cond delay="664"/>
                                          </p:stCondLst>
                                        </p:cTn>
                                        <p:tgtEl>
                                          <p:spTgt spid="3">
                                            <p:txEl>
                                              <p:pRg st="0" end="0"/>
                                            </p:txEl>
                                          </p:spTgt>
                                        </p:tgtEl>
                                        <p:attrNameLst>
                                          <p:attrName>ppt_y</p:attrName>
                                        </p:attrNameLst>
                                      </p:cBhvr>
                                      <p:tavLst>
                                        <p:tav tm="0" fmla="#ppt_y-sin(pi*$)/9">
                                          <p:val>
                                            <p:fltVal val="0"/>
                                          </p:val>
                                        </p:tav>
                                        <p:tav tm="100000">
                                          <p:val>
                                            <p:fltVal val="1"/>
                                          </p:val>
                                        </p:tav>
                                      </p:tavLst>
                                    </p:anim>
                                    <p:anim calcmode="lin" valueType="num">
                                      <p:cBhvr>
                                        <p:cTn id="25" dur="332" tmFilter="0, 0; 0.125,0.2665; 0.25,0.4; 0.375,0.465; 0.5,0.5;  0.625,0.535; 0.75,0.6; 0.875,0.7335; 1,1">
                                          <p:stCondLst>
                                            <p:cond delay="1324"/>
                                          </p:stCondLst>
                                        </p:cTn>
                                        <p:tgtEl>
                                          <p:spTgt spid="3">
                                            <p:txEl>
                                              <p:pRg st="0" end="0"/>
                                            </p:txEl>
                                          </p:spTgt>
                                        </p:tgtEl>
                                        <p:attrNameLst>
                                          <p:attrName>ppt_y</p:attrName>
                                        </p:attrNameLst>
                                      </p:cBhvr>
                                      <p:tavLst>
                                        <p:tav tm="0" fmla="#ppt_y-sin(pi*$)/27">
                                          <p:val>
                                            <p:fltVal val="0"/>
                                          </p:val>
                                        </p:tav>
                                        <p:tav tm="100000">
                                          <p:val>
                                            <p:fltVal val="1"/>
                                          </p:val>
                                        </p:tav>
                                      </p:tavLst>
                                    </p:anim>
                                    <p:anim calcmode="lin" valueType="num">
                                      <p:cBhvr>
                                        <p:cTn id="26" dur="164" tmFilter="0, 0; 0.125,0.2665; 0.25,0.4; 0.375,0.465; 0.5,0.5;  0.625,0.535; 0.75,0.6; 0.875,0.7335; 1,1">
                                          <p:stCondLst>
                                            <p:cond delay="1656"/>
                                          </p:stCondLst>
                                        </p:cTn>
                                        <p:tgtEl>
                                          <p:spTgt spid="3">
                                            <p:txEl>
                                              <p:pRg st="0" end="0"/>
                                            </p:txEl>
                                          </p:spTgt>
                                        </p:tgtEl>
                                        <p:attrNameLst>
                                          <p:attrName>ppt_y</p:attrName>
                                        </p:attrNameLst>
                                      </p:cBhvr>
                                      <p:tavLst>
                                        <p:tav tm="0" fmla="#ppt_y-sin(pi*$)/81">
                                          <p:val>
                                            <p:fltVal val="0"/>
                                          </p:val>
                                        </p:tav>
                                        <p:tav tm="100000">
                                          <p:val>
                                            <p:fltVal val="1"/>
                                          </p:val>
                                        </p:tav>
                                      </p:tavLst>
                                    </p:anim>
                                    <p:animScale>
                                      <p:cBhvr>
                                        <p:cTn id="27" dur="26">
                                          <p:stCondLst>
                                            <p:cond delay="650"/>
                                          </p:stCondLst>
                                        </p:cTn>
                                        <p:tgtEl>
                                          <p:spTgt spid="3">
                                            <p:txEl>
                                              <p:pRg st="0" end="0"/>
                                            </p:txEl>
                                          </p:spTgt>
                                        </p:tgtEl>
                                      </p:cBhvr>
                                      <p:to x="100000" y="60000"/>
                                    </p:animScale>
                                    <p:animScale>
                                      <p:cBhvr>
                                        <p:cTn id="28" dur="166" decel="50000">
                                          <p:stCondLst>
                                            <p:cond delay="676"/>
                                          </p:stCondLst>
                                        </p:cTn>
                                        <p:tgtEl>
                                          <p:spTgt spid="3">
                                            <p:txEl>
                                              <p:pRg st="0" end="0"/>
                                            </p:txEl>
                                          </p:spTgt>
                                        </p:tgtEl>
                                      </p:cBhvr>
                                      <p:to x="100000" y="100000"/>
                                    </p:animScale>
                                    <p:animScale>
                                      <p:cBhvr>
                                        <p:cTn id="29" dur="26">
                                          <p:stCondLst>
                                            <p:cond delay="1312"/>
                                          </p:stCondLst>
                                        </p:cTn>
                                        <p:tgtEl>
                                          <p:spTgt spid="3">
                                            <p:txEl>
                                              <p:pRg st="0" end="0"/>
                                            </p:txEl>
                                          </p:spTgt>
                                        </p:tgtEl>
                                      </p:cBhvr>
                                      <p:to x="100000" y="80000"/>
                                    </p:animScale>
                                    <p:animScale>
                                      <p:cBhvr>
                                        <p:cTn id="30" dur="166" decel="50000">
                                          <p:stCondLst>
                                            <p:cond delay="1338"/>
                                          </p:stCondLst>
                                        </p:cTn>
                                        <p:tgtEl>
                                          <p:spTgt spid="3">
                                            <p:txEl>
                                              <p:pRg st="0" end="0"/>
                                            </p:txEl>
                                          </p:spTgt>
                                        </p:tgtEl>
                                      </p:cBhvr>
                                      <p:to x="100000" y="100000"/>
                                    </p:animScale>
                                    <p:animScale>
                                      <p:cBhvr>
                                        <p:cTn id="31" dur="26">
                                          <p:stCondLst>
                                            <p:cond delay="1642"/>
                                          </p:stCondLst>
                                        </p:cTn>
                                        <p:tgtEl>
                                          <p:spTgt spid="3">
                                            <p:txEl>
                                              <p:pRg st="0" end="0"/>
                                            </p:txEl>
                                          </p:spTgt>
                                        </p:tgtEl>
                                      </p:cBhvr>
                                      <p:to x="100000" y="90000"/>
                                    </p:animScale>
                                    <p:animScale>
                                      <p:cBhvr>
                                        <p:cTn id="32" dur="166" decel="50000">
                                          <p:stCondLst>
                                            <p:cond delay="1668"/>
                                          </p:stCondLst>
                                        </p:cTn>
                                        <p:tgtEl>
                                          <p:spTgt spid="3">
                                            <p:txEl>
                                              <p:pRg st="0" end="0"/>
                                            </p:txEl>
                                          </p:spTgt>
                                        </p:tgtEl>
                                      </p:cBhvr>
                                      <p:to x="100000" y="100000"/>
                                    </p:animScale>
                                    <p:animScale>
                                      <p:cBhvr>
                                        <p:cTn id="33" dur="26">
                                          <p:stCondLst>
                                            <p:cond delay="1808"/>
                                          </p:stCondLst>
                                        </p:cTn>
                                        <p:tgtEl>
                                          <p:spTgt spid="3">
                                            <p:txEl>
                                              <p:pRg st="0" end="0"/>
                                            </p:txEl>
                                          </p:spTgt>
                                        </p:tgtEl>
                                      </p:cBhvr>
                                      <p:to x="100000" y="95000"/>
                                    </p:animScale>
                                    <p:animScale>
                                      <p:cBhvr>
                                        <p:cTn id="34" dur="166" decel="50000">
                                          <p:stCondLst>
                                            <p:cond delay="1834"/>
                                          </p:stCondLst>
                                        </p:cTn>
                                        <p:tgtEl>
                                          <p:spTgt spid="3">
                                            <p:txEl>
                                              <p:pRg st="0" end="0"/>
                                            </p:txEl>
                                          </p:spTgt>
                                        </p:tgtEl>
                                      </p:cBhvr>
                                      <p:to x="100000" y="100000"/>
                                    </p:animScale>
                                  </p:childTnLst>
                                </p:cTn>
                              </p:par>
                            </p:childTnLst>
                          </p:cTn>
                        </p:par>
                      </p:childTnLst>
                    </p:cTn>
                  </p:par>
                  <p:par>
                    <p:cTn id="35" fill="hold">
                      <p:stCondLst>
                        <p:cond delay="indefinite"/>
                      </p:stCondLst>
                      <p:childTnLst>
                        <p:par>
                          <p:cTn id="36" fill="hold">
                            <p:stCondLst>
                              <p:cond delay="0"/>
                            </p:stCondLst>
                            <p:childTnLst>
                              <p:par>
                                <p:cTn id="37" presetID="26" presetClass="entr" presetSubtype="0" fill="hold" grpId="0" nodeType="clickEffect">
                                  <p:stCondLst>
                                    <p:cond delay="0"/>
                                  </p:stCondLst>
                                  <p:childTnLst>
                                    <p:set>
                                      <p:cBhvr>
                                        <p:cTn id="38" dur="1" fill="hold">
                                          <p:stCondLst>
                                            <p:cond delay="0"/>
                                          </p:stCondLst>
                                        </p:cTn>
                                        <p:tgtEl>
                                          <p:spTgt spid="3">
                                            <p:txEl>
                                              <p:pRg st="1" end="1"/>
                                            </p:txEl>
                                          </p:spTgt>
                                        </p:tgtEl>
                                        <p:attrNameLst>
                                          <p:attrName>style.visibility</p:attrName>
                                        </p:attrNameLst>
                                      </p:cBhvr>
                                      <p:to>
                                        <p:strVal val="visible"/>
                                      </p:to>
                                    </p:set>
                                    <p:animEffect transition="in" filter="wipe(down)">
                                      <p:cBhvr>
                                        <p:cTn id="39" dur="580">
                                          <p:stCondLst>
                                            <p:cond delay="0"/>
                                          </p:stCondLst>
                                        </p:cTn>
                                        <p:tgtEl>
                                          <p:spTgt spid="3">
                                            <p:txEl>
                                              <p:pRg st="1" end="1"/>
                                            </p:txEl>
                                          </p:spTgt>
                                        </p:tgtEl>
                                      </p:cBhvr>
                                    </p:animEffect>
                                    <p:anim calcmode="lin" valueType="num">
                                      <p:cBhvr>
                                        <p:cTn id="40" dur="1822" tmFilter="0,0; 0.14,0.36; 0.43,0.73; 0.71,0.91; 1.0,1.0">
                                          <p:stCondLst>
                                            <p:cond delay="0"/>
                                          </p:stCondLst>
                                        </p:cTn>
                                        <p:tgtEl>
                                          <p:spTgt spid="3">
                                            <p:txEl>
                                              <p:pRg st="1" end="1"/>
                                            </p:txEl>
                                          </p:spTgt>
                                        </p:tgtEl>
                                        <p:attrNameLst>
                                          <p:attrName>ppt_x</p:attrName>
                                        </p:attrNameLst>
                                      </p:cBhvr>
                                      <p:tavLst>
                                        <p:tav tm="0">
                                          <p:val>
                                            <p:strVal val="#ppt_x-0.25"/>
                                          </p:val>
                                        </p:tav>
                                        <p:tav tm="100000">
                                          <p:val>
                                            <p:strVal val="#ppt_x"/>
                                          </p:val>
                                        </p:tav>
                                      </p:tavLst>
                                    </p:anim>
                                    <p:anim calcmode="lin" valueType="num">
                                      <p:cBhvr>
                                        <p:cTn id="41" dur="664" tmFilter="0.0,0.0; 0.25,0.07; 0.50,0.2; 0.75,0.467; 1.0,1.0">
                                          <p:stCondLst>
                                            <p:cond delay="0"/>
                                          </p:stCondLst>
                                        </p:cTn>
                                        <p:tgtEl>
                                          <p:spTgt spid="3">
                                            <p:txEl>
                                              <p:pRg st="1" end="1"/>
                                            </p:txEl>
                                          </p:spTgt>
                                        </p:tgtEl>
                                        <p:attrNameLst>
                                          <p:attrName>ppt_y</p:attrName>
                                        </p:attrNameLst>
                                      </p:cBhvr>
                                      <p:tavLst>
                                        <p:tav tm="0" fmla="#ppt_y-sin(pi*$)/3">
                                          <p:val>
                                            <p:fltVal val="0.5"/>
                                          </p:val>
                                        </p:tav>
                                        <p:tav tm="100000">
                                          <p:val>
                                            <p:fltVal val="1"/>
                                          </p:val>
                                        </p:tav>
                                      </p:tavLst>
                                    </p:anim>
                                    <p:anim calcmode="lin" valueType="num">
                                      <p:cBhvr>
                                        <p:cTn id="42" dur="664" tmFilter="0, 0; 0.125,0.2665; 0.25,0.4; 0.375,0.465; 0.5,0.5;  0.625,0.535; 0.75,0.6; 0.875,0.7335; 1,1">
                                          <p:stCondLst>
                                            <p:cond delay="664"/>
                                          </p:stCondLst>
                                        </p:cTn>
                                        <p:tgtEl>
                                          <p:spTgt spid="3">
                                            <p:txEl>
                                              <p:pRg st="1" end="1"/>
                                            </p:txEl>
                                          </p:spTgt>
                                        </p:tgtEl>
                                        <p:attrNameLst>
                                          <p:attrName>ppt_y</p:attrName>
                                        </p:attrNameLst>
                                      </p:cBhvr>
                                      <p:tavLst>
                                        <p:tav tm="0" fmla="#ppt_y-sin(pi*$)/9">
                                          <p:val>
                                            <p:fltVal val="0"/>
                                          </p:val>
                                        </p:tav>
                                        <p:tav tm="100000">
                                          <p:val>
                                            <p:fltVal val="1"/>
                                          </p:val>
                                        </p:tav>
                                      </p:tavLst>
                                    </p:anim>
                                    <p:anim calcmode="lin" valueType="num">
                                      <p:cBhvr>
                                        <p:cTn id="43" dur="332" tmFilter="0, 0; 0.125,0.2665; 0.25,0.4; 0.375,0.465; 0.5,0.5;  0.625,0.535; 0.75,0.6; 0.875,0.7335; 1,1">
                                          <p:stCondLst>
                                            <p:cond delay="1324"/>
                                          </p:stCondLst>
                                        </p:cTn>
                                        <p:tgtEl>
                                          <p:spTgt spid="3">
                                            <p:txEl>
                                              <p:pRg st="1" end="1"/>
                                            </p:txEl>
                                          </p:spTgt>
                                        </p:tgtEl>
                                        <p:attrNameLst>
                                          <p:attrName>ppt_y</p:attrName>
                                        </p:attrNameLst>
                                      </p:cBhvr>
                                      <p:tavLst>
                                        <p:tav tm="0" fmla="#ppt_y-sin(pi*$)/27">
                                          <p:val>
                                            <p:fltVal val="0"/>
                                          </p:val>
                                        </p:tav>
                                        <p:tav tm="100000">
                                          <p:val>
                                            <p:fltVal val="1"/>
                                          </p:val>
                                        </p:tav>
                                      </p:tavLst>
                                    </p:anim>
                                    <p:anim calcmode="lin" valueType="num">
                                      <p:cBhvr>
                                        <p:cTn id="44" dur="164" tmFilter="0, 0; 0.125,0.2665; 0.25,0.4; 0.375,0.465; 0.5,0.5;  0.625,0.535; 0.75,0.6; 0.875,0.7335; 1,1">
                                          <p:stCondLst>
                                            <p:cond delay="1656"/>
                                          </p:stCondLst>
                                        </p:cTn>
                                        <p:tgtEl>
                                          <p:spTgt spid="3">
                                            <p:txEl>
                                              <p:pRg st="1" end="1"/>
                                            </p:txEl>
                                          </p:spTgt>
                                        </p:tgtEl>
                                        <p:attrNameLst>
                                          <p:attrName>ppt_y</p:attrName>
                                        </p:attrNameLst>
                                      </p:cBhvr>
                                      <p:tavLst>
                                        <p:tav tm="0" fmla="#ppt_y-sin(pi*$)/81">
                                          <p:val>
                                            <p:fltVal val="0"/>
                                          </p:val>
                                        </p:tav>
                                        <p:tav tm="100000">
                                          <p:val>
                                            <p:fltVal val="1"/>
                                          </p:val>
                                        </p:tav>
                                      </p:tavLst>
                                    </p:anim>
                                    <p:animScale>
                                      <p:cBhvr>
                                        <p:cTn id="45" dur="26">
                                          <p:stCondLst>
                                            <p:cond delay="650"/>
                                          </p:stCondLst>
                                        </p:cTn>
                                        <p:tgtEl>
                                          <p:spTgt spid="3">
                                            <p:txEl>
                                              <p:pRg st="1" end="1"/>
                                            </p:txEl>
                                          </p:spTgt>
                                        </p:tgtEl>
                                      </p:cBhvr>
                                      <p:to x="100000" y="60000"/>
                                    </p:animScale>
                                    <p:animScale>
                                      <p:cBhvr>
                                        <p:cTn id="46" dur="166" decel="50000">
                                          <p:stCondLst>
                                            <p:cond delay="676"/>
                                          </p:stCondLst>
                                        </p:cTn>
                                        <p:tgtEl>
                                          <p:spTgt spid="3">
                                            <p:txEl>
                                              <p:pRg st="1" end="1"/>
                                            </p:txEl>
                                          </p:spTgt>
                                        </p:tgtEl>
                                      </p:cBhvr>
                                      <p:to x="100000" y="100000"/>
                                    </p:animScale>
                                    <p:animScale>
                                      <p:cBhvr>
                                        <p:cTn id="47" dur="26">
                                          <p:stCondLst>
                                            <p:cond delay="1312"/>
                                          </p:stCondLst>
                                        </p:cTn>
                                        <p:tgtEl>
                                          <p:spTgt spid="3">
                                            <p:txEl>
                                              <p:pRg st="1" end="1"/>
                                            </p:txEl>
                                          </p:spTgt>
                                        </p:tgtEl>
                                      </p:cBhvr>
                                      <p:to x="100000" y="80000"/>
                                    </p:animScale>
                                    <p:animScale>
                                      <p:cBhvr>
                                        <p:cTn id="48" dur="166" decel="50000">
                                          <p:stCondLst>
                                            <p:cond delay="1338"/>
                                          </p:stCondLst>
                                        </p:cTn>
                                        <p:tgtEl>
                                          <p:spTgt spid="3">
                                            <p:txEl>
                                              <p:pRg st="1" end="1"/>
                                            </p:txEl>
                                          </p:spTgt>
                                        </p:tgtEl>
                                      </p:cBhvr>
                                      <p:to x="100000" y="100000"/>
                                    </p:animScale>
                                    <p:animScale>
                                      <p:cBhvr>
                                        <p:cTn id="49" dur="26">
                                          <p:stCondLst>
                                            <p:cond delay="1642"/>
                                          </p:stCondLst>
                                        </p:cTn>
                                        <p:tgtEl>
                                          <p:spTgt spid="3">
                                            <p:txEl>
                                              <p:pRg st="1" end="1"/>
                                            </p:txEl>
                                          </p:spTgt>
                                        </p:tgtEl>
                                      </p:cBhvr>
                                      <p:to x="100000" y="90000"/>
                                    </p:animScale>
                                    <p:animScale>
                                      <p:cBhvr>
                                        <p:cTn id="50" dur="166" decel="50000">
                                          <p:stCondLst>
                                            <p:cond delay="1668"/>
                                          </p:stCondLst>
                                        </p:cTn>
                                        <p:tgtEl>
                                          <p:spTgt spid="3">
                                            <p:txEl>
                                              <p:pRg st="1" end="1"/>
                                            </p:txEl>
                                          </p:spTgt>
                                        </p:tgtEl>
                                      </p:cBhvr>
                                      <p:to x="100000" y="100000"/>
                                    </p:animScale>
                                    <p:animScale>
                                      <p:cBhvr>
                                        <p:cTn id="51" dur="26">
                                          <p:stCondLst>
                                            <p:cond delay="1808"/>
                                          </p:stCondLst>
                                        </p:cTn>
                                        <p:tgtEl>
                                          <p:spTgt spid="3">
                                            <p:txEl>
                                              <p:pRg st="1" end="1"/>
                                            </p:txEl>
                                          </p:spTgt>
                                        </p:tgtEl>
                                      </p:cBhvr>
                                      <p:to x="100000" y="95000"/>
                                    </p:animScale>
                                    <p:animScale>
                                      <p:cBhvr>
                                        <p:cTn id="52" dur="166" decel="50000">
                                          <p:stCondLst>
                                            <p:cond delay="1834"/>
                                          </p:stCondLst>
                                        </p:cTn>
                                        <p:tgtEl>
                                          <p:spTgt spid="3">
                                            <p:txEl>
                                              <p:pRg st="1" end="1"/>
                                            </p:txEl>
                                          </p:spTgt>
                                        </p:tgtEl>
                                      </p:cBhvr>
                                      <p:to x="100000" y="100000"/>
                                    </p:animScale>
                                  </p:childTnLst>
                                </p:cTn>
                              </p:par>
                            </p:childTnLst>
                          </p:cTn>
                        </p:par>
                      </p:childTnLst>
                    </p:cTn>
                  </p:par>
                  <p:par>
                    <p:cTn id="53" fill="hold">
                      <p:stCondLst>
                        <p:cond delay="indefinite"/>
                      </p:stCondLst>
                      <p:childTnLst>
                        <p:par>
                          <p:cTn id="54" fill="hold">
                            <p:stCondLst>
                              <p:cond delay="0"/>
                            </p:stCondLst>
                            <p:childTnLst>
                              <p:par>
                                <p:cTn id="55" presetID="26" presetClass="entr" presetSubtype="0" fill="hold" grpId="0" nodeType="clickEffect">
                                  <p:stCondLst>
                                    <p:cond delay="0"/>
                                  </p:stCondLst>
                                  <p:childTnLst>
                                    <p:set>
                                      <p:cBhvr>
                                        <p:cTn id="56" dur="1" fill="hold">
                                          <p:stCondLst>
                                            <p:cond delay="0"/>
                                          </p:stCondLst>
                                        </p:cTn>
                                        <p:tgtEl>
                                          <p:spTgt spid="3">
                                            <p:txEl>
                                              <p:pRg st="2" end="2"/>
                                            </p:txEl>
                                          </p:spTgt>
                                        </p:tgtEl>
                                        <p:attrNameLst>
                                          <p:attrName>style.visibility</p:attrName>
                                        </p:attrNameLst>
                                      </p:cBhvr>
                                      <p:to>
                                        <p:strVal val="visible"/>
                                      </p:to>
                                    </p:set>
                                    <p:animEffect transition="in" filter="wipe(down)">
                                      <p:cBhvr>
                                        <p:cTn id="57" dur="580">
                                          <p:stCondLst>
                                            <p:cond delay="0"/>
                                          </p:stCondLst>
                                        </p:cTn>
                                        <p:tgtEl>
                                          <p:spTgt spid="3">
                                            <p:txEl>
                                              <p:pRg st="2" end="2"/>
                                            </p:txEl>
                                          </p:spTgt>
                                        </p:tgtEl>
                                      </p:cBhvr>
                                    </p:animEffect>
                                    <p:anim calcmode="lin" valueType="num">
                                      <p:cBhvr>
                                        <p:cTn id="58" dur="1822" tmFilter="0,0; 0.14,0.36; 0.43,0.73; 0.71,0.91; 1.0,1.0">
                                          <p:stCondLst>
                                            <p:cond delay="0"/>
                                          </p:stCondLst>
                                        </p:cTn>
                                        <p:tgtEl>
                                          <p:spTgt spid="3">
                                            <p:txEl>
                                              <p:pRg st="2" end="2"/>
                                            </p:txEl>
                                          </p:spTgt>
                                        </p:tgtEl>
                                        <p:attrNameLst>
                                          <p:attrName>ppt_x</p:attrName>
                                        </p:attrNameLst>
                                      </p:cBhvr>
                                      <p:tavLst>
                                        <p:tav tm="0">
                                          <p:val>
                                            <p:strVal val="#ppt_x-0.25"/>
                                          </p:val>
                                        </p:tav>
                                        <p:tav tm="100000">
                                          <p:val>
                                            <p:strVal val="#ppt_x"/>
                                          </p:val>
                                        </p:tav>
                                      </p:tavLst>
                                    </p:anim>
                                    <p:anim calcmode="lin" valueType="num">
                                      <p:cBhvr>
                                        <p:cTn id="59" dur="664" tmFilter="0.0,0.0; 0.25,0.07; 0.50,0.2; 0.75,0.467; 1.0,1.0">
                                          <p:stCondLst>
                                            <p:cond delay="0"/>
                                          </p:stCondLst>
                                        </p:cTn>
                                        <p:tgtEl>
                                          <p:spTgt spid="3">
                                            <p:txEl>
                                              <p:pRg st="2" end="2"/>
                                            </p:txEl>
                                          </p:spTgt>
                                        </p:tgtEl>
                                        <p:attrNameLst>
                                          <p:attrName>ppt_y</p:attrName>
                                        </p:attrNameLst>
                                      </p:cBhvr>
                                      <p:tavLst>
                                        <p:tav tm="0" fmla="#ppt_y-sin(pi*$)/3">
                                          <p:val>
                                            <p:fltVal val="0.5"/>
                                          </p:val>
                                        </p:tav>
                                        <p:tav tm="100000">
                                          <p:val>
                                            <p:fltVal val="1"/>
                                          </p:val>
                                        </p:tav>
                                      </p:tavLst>
                                    </p:anim>
                                    <p:anim calcmode="lin" valueType="num">
                                      <p:cBhvr>
                                        <p:cTn id="60" dur="664" tmFilter="0, 0; 0.125,0.2665; 0.25,0.4; 0.375,0.465; 0.5,0.5;  0.625,0.535; 0.75,0.6; 0.875,0.7335; 1,1">
                                          <p:stCondLst>
                                            <p:cond delay="664"/>
                                          </p:stCondLst>
                                        </p:cTn>
                                        <p:tgtEl>
                                          <p:spTgt spid="3">
                                            <p:txEl>
                                              <p:pRg st="2" end="2"/>
                                            </p:txEl>
                                          </p:spTgt>
                                        </p:tgtEl>
                                        <p:attrNameLst>
                                          <p:attrName>ppt_y</p:attrName>
                                        </p:attrNameLst>
                                      </p:cBhvr>
                                      <p:tavLst>
                                        <p:tav tm="0" fmla="#ppt_y-sin(pi*$)/9">
                                          <p:val>
                                            <p:fltVal val="0"/>
                                          </p:val>
                                        </p:tav>
                                        <p:tav tm="100000">
                                          <p:val>
                                            <p:fltVal val="1"/>
                                          </p:val>
                                        </p:tav>
                                      </p:tavLst>
                                    </p:anim>
                                    <p:anim calcmode="lin" valueType="num">
                                      <p:cBhvr>
                                        <p:cTn id="61" dur="332" tmFilter="0, 0; 0.125,0.2665; 0.25,0.4; 0.375,0.465; 0.5,0.5;  0.625,0.535; 0.75,0.6; 0.875,0.7335; 1,1">
                                          <p:stCondLst>
                                            <p:cond delay="1324"/>
                                          </p:stCondLst>
                                        </p:cTn>
                                        <p:tgtEl>
                                          <p:spTgt spid="3">
                                            <p:txEl>
                                              <p:pRg st="2" end="2"/>
                                            </p:txEl>
                                          </p:spTgt>
                                        </p:tgtEl>
                                        <p:attrNameLst>
                                          <p:attrName>ppt_y</p:attrName>
                                        </p:attrNameLst>
                                      </p:cBhvr>
                                      <p:tavLst>
                                        <p:tav tm="0" fmla="#ppt_y-sin(pi*$)/27">
                                          <p:val>
                                            <p:fltVal val="0"/>
                                          </p:val>
                                        </p:tav>
                                        <p:tav tm="100000">
                                          <p:val>
                                            <p:fltVal val="1"/>
                                          </p:val>
                                        </p:tav>
                                      </p:tavLst>
                                    </p:anim>
                                    <p:anim calcmode="lin" valueType="num">
                                      <p:cBhvr>
                                        <p:cTn id="62" dur="164" tmFilter="0, 0; 0.125,0.2665; 0.25,0.4; 0.375,0.465; 0.5,0.5;  0.625,0.535; 0.75,0.6; 0.875,0.7335; 1,1">
                                          <p:stCondLst>
                                            <p:cond delay="1656"/>
                                          </p:stCondLst>
                                        </p:cTn>
                                        <p:tgtEl>
                                          <p:spTgt spid="3">
                                            <p:txEl>
                                              <p:pRg st="2" end="2"/>
                                            </p:txEl>
                                          </p:spTgt>
                                        </p:tgtEl>
                                        <p:attrNameLst>
                                          <p:attrName>ppt_y</p:attrName>
                                        </p:attrNameLst>
                                      </p:cBhvr>
                                      <p:tavLst>
                                        <p:tav tm="0" fmla="#ppt_y-sin(pi*$)/81">
                                          <p:val>
                                            <p:fltVal val="0"/>
                                          </p:val>
                                        </p:tav>
                                        <p:tav tm="100000">
                                          <p:val>
                                            <p:fltVal val="1"/>
                                          </p:val>
                                        </p:tav>
                                      </p:tavLst>
                                    </p:anim>
                                    <p:animScale>
                                      <p:cBhvr>
                                        <p:cTn id="63" dur="26">
                                          <p:stCondLst>
                                            <p:cond delay="650"/>
                                          </p:stCondLst>
                                        </p:cTn>
                                        <p:tgtEl>
                                          <p:spTgt spid="3">
                                            <p:txEl>
                                              <p:pRg st="2" end="2"/>
                                            </p:txEl>
                                          </p:spTgt>
                                        </p:tgtEl>
                                      </p:cBhvr>
                                      <p:to x="100000" y="60000"/>
                                    </p:animScale>
                                    <p:animScale>
                                      <p:cBhvr>
                                        <p:cTn id="64" dur="166" decel="50000">
                                          <p:stCondLst>
                                            <p:cond delay="676"/>
                                          </p:stCondLst>
                                        </p:cTn>
                                        <p:tgtEl>
                                          <p:spTgt spid="3">
                                            <p:txEl>
                                              <p:pRg st="2" end="2"/>
                                            </p:txEl>
                                          </p:spTgt>
                                        </p:tgtEl>
                                      </p:cBhvr>
                                      <p:to x="100000" y="100000"/>
                                    </p:animScale>
                                    <p:animScale>
                                      <p:cBhvr>
                                        <p:cTn id="65" dur="26">
                                          <p:stCondLst>
                                            <p:cond delay="1312"/>
                                          </p:stCondLst>
                                        </p:cTn>
                                        <p:tgtEl>
                                          <p:spTgt spid="3">
                                            <p:txEl>
                                              <p:pRg st="2" end="2"/>
                                            </p:txEl>
                                          </p:spTgt>
                                        </p:tgtEl>
                                      </p:cBhvr>
                                      <p:to x="100000" y="80000"/>
                                    </p:animScale>
                                    <p:animScale>
                                      <p:cBhvr>
                                        <p:cTn id="66" dur="166" decel="50000">
                                          <p:stCondLst>
                                            <p:cond delay="1338"/>
                                          </p:stCondLst>
                                        </p:cTn>
                                        <p:tgtEl>
                                          <p:spTgt spid="3">
                                            <p:txEl>
                                              <p:pRg st="2" end="2"/>
                                            </p:txEl>
                                          </p:spTgt>
                                        </p:tgtEl>
                                      </p:cBhvr>
                                      <p:to x="100000" y="100000"/>
                                    </p:animScale>
                                    <p:animScale>
                                      <p:cBhvr>
                                        <p:cTn id="67" dur="26">
                                          <p:stCondLst>
                                            <p:cond delay="1642"/>
                                          </p:stCondLst>
                                        </p:cTn>
                                        <p:tgtEl>
                                          <p:spTgt spid="3">
                                            <p:txEl>
                                              <p:pRg st="2" end="2"/>
                                            </p:txEl>
                                          </p:spTgt>
                                        </p:tgtEl>
                                      </p:cBhvr>
                                      <p:to x="100000" y="90000"/>
                                    </p:animScale>
                                    <p:animScale>
                                      <p:cBhvr>
                                        <p:cTn id="68" dur="166" decel="50000">
                                          <p:stCondLst>
                                            <p:cond delay="1668"/>
                                          </p:stCondLst>
                                        </p:cTn>
                                        <p:tgtEl>
                                          <p:spTgt spid="3">
                                            <p:txEl>
                                              <p:pRg st="2" end="2"/>
                                            </p:txEl>
                                          </p:spTgt>
                                        </p:tgtEl>
                                      </p:cBhvr>
                                      <p:to x="100000" y="100000"/>
                                    </p:animScale>
                                    <p:animScale>
                                      <p:cBhvr>
                                        <p:cTn id="69" dur="26">
                                          <p:stCondLst>
                                            <p:cond delay="1808"/>
                                          </p:stCondLst>
                                        </p:cTn>
                                        <p:tgtEl>
                                          <p:spTgt spid="3">
                                            <p:txEl>
                                              <p:pRg st="2" end="2"/>
                                            </p:txEl>
                                          </p:spTgt>
                                        </p:tgtEl>
                                      </p:cBhvr>
                                      <p:to x="100000" y="95000"/>
                                    </p:animScale>
                                    <p:animScale>
                                      <p:cBhvr>
                                        <p:cTn id="70" dur="166" decel="50000">
                                          <p:stCondLst>
                                            <p:cond delay="1834"/>
                                          </p:stCondLst>
                                        </p:cTn>
                                        <p:tgtEl>
                                          <p:spTgt spid="3">
                                            <p:txEl>
                                              <p:pRg st="2" end="2"/>
                                            </p:txEl>
                                          </p:spTgt>
                                        </p:tgtEl>
                                      </p:cBhvr>
                                      <p:to x="100000" y="100000"/>
                                    </p:animScale>
                                  </p:childTnLst>
                                </p:cTn>
                              </p:par>
                            </p:childTnLst>
                          </p:cTn>
                        </p:par>
                      </p:childTnLst>
                    </p:cTn>
                  </p:par>
                  <p:par>
                    <p:cTn id="71" fill="hold">
                      <p:stCondLst>
                        <p:cond delay="indefinite"/>
                      </p:stCondLst>
                      <p:childTnLst>
                        <p:par>
                          <p:cTn id="72" fill="hold">
                            <p:stCondLst>
                              <p:cond delay="0"/>
                            </p:stCondLst>
                            <p:childTnLst>
                              <p:par>
                                <p:cTn id="73" presetID="26" presetClass="entr" presetSubtype="0" fill="hold" grpId="0" nodeType="clickEffect">
                                  <p:stCondLst>
                                    <p:cond delay="0"/>
                                  </p:stCondLst>
                                  <p:childTnLst>
                                    <p:set>
                                      <p:cBhvr>
                                        <p:cTn id="74" dur="1" fill="hold">
                                          <p:stCondLst>
                                            <p:cond delay="0"/>
                                          </p:stCondLst>
                                        </p:cTn>
                                        <p:tgtEl>
                                          <p:spTgt spid="3">
                                            <p:txEl>
                                              <p:pRg st="3" end="3"/>
                                            </p:txEl>
                                          </p:spTgt>
                                        </p:tgtEl>
                                        <p:attrNameLst>
                                          <p:attrName>style.visibility</p:attrName>
                                        </p:attrNameLst>
                                      </p:cBhvr>
                                      <p:to>
                                        <p:strVal val="visible"/>
                                      </p:to>
                                    </p:set>
                                    <p:animEffect transition="in" filter="wipe(down)">
                                      <p:cBhvr>
                                        <p:cTn id="75" dur="580">
                                          <p:stCondLst>
                                            <p:cond delay="0"/>
                                          </p:stCondLst>
                                        </p:cTn>
                                        <p:tgtEl>
                                          <p:spTgt spid="3">
                                            <p:txEl>
                                              <p:pRg st="3" end="3"/>
                                            </p:txEl>
                                          </p:spTgt>
                                        </p:tgtEl>
                                      </p:cBhvr>
                                    </p:animEffect>
                                    <p:anim calcmode="lin" valueType="num">
                                      <p:cBhvr>
                                        <p:cTn id="76" dur="1822" tmFilter="0,0; 0.14,0.36; 0.43,0.73; 0.71,0.91; 1.0,1.0">
                                          <p:stCondLst>
                                            <p:cond delay="0"/>
                                          </p:stCondLst>
                                        </p:cTn>
                                        <p:tgtEl>
                                          <p:spTgt spid="3">
                                            <p:txEl>
                                              <p:pRg st="3" end="3"/>
                                            </p:txEl>
                                          </p:spTgt>
                                        </p:tgtEl>
                                        <p:attrNameLst>
                                          <p:attrName>ppt_x</p:attrName>
                                        </p:attrNameLst>
                                      </p:cBhvr>
                                      <p:tavLst>
                                        <p:tav tm="0">
                                          <p:val>
                                            <p:strVal val="#ppt_x-0.25"/>
                                          </p:val>
                                        </p:tav>
                                        <p:tav tm="100000">
                                          <p:val>
                                            <p:strVal val="#ppt_x"/>
                                          </p:val>
                                        </p:tav>
                                      </p:tavLst>
                                    </p:anim>
                                    <p:anim calcmode="lin" valueType="num">
                                      <p:cBhvr>
                                        <p:cTn id="77" dur="664" tmFilter="0.0,0.0; 0.25,0.07; 0.50,0.2; 0.75,0.467; 1.0,1.0">
                                          <p:stCondLst>
                                            <p:cond delay="0"/>
                                          </p:stCondLst>
                                        </p:cTn>
                                        <p:tgtEl>
                                          <p:spTgt spid="3">
                                            <p:txEl>
                                              <p:pRg st="3" end="3"/>
                                            </p:txEl>
                                          </p:spTgt>
                                        </p:tgtEl>
                                        <p:attrNameLst>
                                          <p:attrName>ppt_y</p:attrName>
                                        </p:attrNameLst>
                                      </p:cBhvr>
                                      <p:tavLst>
                                        <p:tav tm="0" fmla="#ppt_y-sin(pi*$)/3">
                                          <p:val>
                                            <p:fltVal val="0.5"/>
                                          </p:val>
                                        </p:tav>
                                        <p:tav tm="100000">
                                          <p:val>
                                            <p:fltVal val="1"/>
                                          </p:val>
                                        </p:tav>
                                      </p:tavLst>
                                    </p:anim>
                                    <p:anim calcmode="lin" valueType="num">
                                      <p:cBhvr>
                                        <p:cTn id="78" dur="664" tmFilter="0, 0; 0.125,0.2665; 0.25,0.4; 0.375,0.465; 0.5,0.5;  0.625,0.535; 0.75,0.6; 0.875,0.7335; 1,1">
                                          <p:stCondLst>
                                            <p:cond delay="664"/>
                                          </p:stCondLst>
                                        </p:cTn>
                                        <p:tgtEl>
                                          <p:spTgt spid="3">
                                            <p:txEl>
                                              <p:pRg st="3" end="3"/>
                                            </p:txEl>
                                          </p:spTgt>
                                        </p:tgtEl>
                                        <p:attrNameLst>
                                          <p:attrName>ppt_y</p:attrName>
                                        </p:attrNameLst>
                                      </p:cBhvr>
                                      <p:tavLst>
                                        <p:tav tm="0" fmla="#ppt_y-sin(pi*$)/9">
                                          <p:val>
                                            <p:fltVal val="0"/>
                                          </p:val>
                                        </p:tav>
                                        <p:tav tm="100000">
                                          <p:val>
                                            <p:fltVal val="1"/>
                                          </p:val>
                                        </p:tav>
                                      </p:tavLst>
                                    </p:anim>
                                    <p:anim calcmode="lin" valueType="num">
                                      <p:cBhvr>
                                        <p:cTn id="79" dur="332" tmFilter="0, 0; 0.125,0.2665; 0.25,0.4; 0.375,0.465; 0.5,0.5;  0.625,0.535; 0.75,0.6; 0.875,0.7335; 1,1">
                                          <p:stCondLst>
                                            <p:cond delay="1324"/>
                                          </p:stCondLst>
                                        </p:cTn>
                                        <p:tgtEl>
                                          <p:spTgt spid="3">
                                            <p:txEl>
                                              <p:pRg st="3" end="3"/>
                                            </p:txEl>
                                          </p:spTgt>
                                        </p:tgtEl>
                                        <p:attrNameLst>
                                          <p:attrName>ppt_y</p:attrName>
                                        </p:attrNameLst>
                                      </p:cBhvr>
                                      <p:tavLst>
                                        <p:tav tm="0" fmla="#ppt_y-sin(pi*$)/27">
                                          <p:val>
                                            <p:fltVal val="0"/>
                                          </p:val>
                                        </p:tav>
                                        <p:tav tm="100000">
                                          <p:val>
                                            <p:fltVal val="1"/>
                                          </p:val>
                                        </p:tav>
                                      </p:tavLst>
                                    </p:anim>
                                    <p:anim calcmode="lin" valueType="num">
                                      <p:cBhvr>
                                        <p:cTn id="80" dur="164" tmFilter="0, 0; 0.125,0.2665; 0.25,0.4; 0.375,0.465; 0.5,0.5;  0.625,0.535; 0.75,0.6; 0.875,0.7335; 1,1">
                                          <p:stCondLst>
                                            <p:cond delay="1656"/>
                                          </p:stCondLst>
                                        </p:cTn>
                                        <p:tgtEl>
                                          <p:spTgt spid="3">
                                            <p:txEl>
                                              <p:pRg st="3" end="3"/>
                                            </p:txEl>
                                          </p:spTgt>
                                        </p:tgtEl>
                                        <p:attrNameLst>
                                          <p:attrName>ppt_y</p:attrName>
                                        </p:attrNameLst>
                                      </p:cBhvr>
                                      <p:tavLst>
                                        <p:tav tm="0" fmla="#ppt_y-sin(pi*$)/81">
                                          <p:val>
                                            <p:fltVal val="0"/>
                                          </p:val>
                                        </p:tav>
                                        <p:tav tm="100000">
                                          <p:val>
                                            <p:fltVal val="1"/>
                                          </p:val>
                                        </p:tav>
                                      </p:tavLst>
                                    </p:anim>
                                    <p:animScale>
                                      <p:cBhvr>
                                        <p:cTn id="81" dur="26">
                                          <p:stCondLst>
                                            <p:cond delay="650"/>
                                          </p:stCondLst>
                                        </p:cTn>
                                        <p:tgtEl>
                                          <p:spTgt spid="3">
                                            <p:txEl>
                                              <p:pRg st="3" end="3"/>
                                            </p:txEl>
                                          </p:spTgt>
                                        </p:tgtEl>
                                      </p:cBhvr>
                                      <p:to x="100000" y="60000"/>
                                    </p:animScale>
                                    <p:animScale>
                                      <p:cBhvr>
                                        <p:cTn id="82" dur="166" decel="50000">
                                          <p:stCondLst>
                                            <p:cond delay="676"/>
                                          </p:stCondLst>
                                        </p:cTn>
                                        <p:tgtEl>
                                          <p:spTgt spid="3">
                                            <p:txEl>
                                              <p:pRg st="3" end="3"/>
                                            </p:txEl>
                                          </p:spTgt>
                                        </p:tgtEl>
                                      </p:cBhvr>
                                      <p:to x="100000" y="100000"/>
                                    </p:animScale>
                                    <p:animScale>
                                      <p:cBhvr>
                                        <p:cTn id="83" dur="26">
                                          <p:stCondLst>
                                            <p:cond delay="1312"/>
                                          </p:stCondLst>
                                        </p:cTn>
                                        <p:tgtEl>
                                          <p:spTgt spid="3">
                                            <p:txEl>
                                              <p:pRg st="3" end="3"/>
                                            </p:txEl>
                                          </p:spTgt>
                                        </p:tgtEl>
                                      </p:cBhvr>
                                      <p:to x="100000" y="80000"/>
                                    </p:animScale>
                                    <p:animScale>
                                      <p:cBhvr>
                                        <p:cTn id="84" dur="166" decel="50000">
                                          <p:stCondLst>
                                            <p:cond delay="1338"/>
                                          </p:stCondLst>
                                        </p:cTn>
                                        <p:tgtEl>
                                          <p:spTgt spid="3">
                                            <p:txEl>
                                              <p:pRg st="3" end="3"/>
                                            </p:txEl>
                                          </p:spTgt>
                                        </p:tgtEl>
                                      </p:cBhvr>
                                      <p:to x="100000" y="100000"/>
                                    </p:animScale>
                                    <p:animScale>
                                      <p:cBhvr>
                                        <p:cTn id="85" dur="26">
                                          <p:stCondLst>
                                            <p:cond delay="1642"/>
                                          </p:stCondLst>
                                        </p:cTn>
                                        <p:tgtEl>
                                          <p:spTgt spid="3">
                                            <p:txEl>
                                              <p:pRg st="3" end="3"/>
                                            </p:txEl>
                                          </p:spTgt>
                                        </p:tgtEl>
                                      </p:cBhvr>
                                      <p:to x="100000" y="90000"/>
                                    </p:animScale>
                                    <p:animScale>
                                      <p:cBhvr>
                                        <p:cTn id="86" dur="166" decel="50000">
                                          <p:stCondLst>
                                            <p:cond delay="1668"/>
                                          </p:stCondLst>
                                        </p:cTn>
                                        <p:tgtEl>
                                          <p:spTgt spid="3">
                                            <p:txEl>
                                              <p:pRg st="3" end="3"/>
                                            </p:txEl>
                                          </p:spTgt>
                                        </p:tgtEl>
                                      </p:cBhvr>
                                      <p:to x="100000" y="100000"/>
                                    </p:animScale>
                                    <p:animScale>
                                      <p:cBhvr>
                                        <p:cTn id="87" dur="26">
                                          <p:stCondLst>
                                            <p:cond delay="1808"/>
                                          </p:stCondLst>
                                        </p:cTn>
                                        <p:tgtEl>
                                          <p:spTgt spid="3">
                                            <p:txEl>
                                              <p:pRg st="3" end="3"/>
                                            </p:txEl>
                                          </p:spTgt>
                                        </p:tgtEl>
                                      </p:cBhvr>
                                      <p:to x="100000" y="95000"/>
                                    </p:animScale>
                                    <p:animScale>
                                      <p:cBhvr>
                                        <p:cTn id="88" dur="166" decel="50000">
                                          <p:stCondLst>
                                            <p:cond delay="1834"/>
                                          </p:stCondLst>
                                        </p:cTn>
                                        <p:tgtEl>
                                          <p:spTgt spid="3">
                                            <p:txEl>
                                              <p:pRg st="3" end="3"/>
                                            </p:txEl>
                                          </p:spTgt>
                                        </p:tgtEl>
                                      </p:cBhvr>
                                      <p:to x="100000" y="100000"/>
                                    </p:animScale>
                                  </p:childTnLst>
                                </p:cTn>
                              </p:par>
                            </p:childTnLst>
                          </p:cTn>
                        </p:par>
                      </p:childTnLst>
                    </p:cTn>
                  </p:par>
                  <p:par>
                    <p:cTn id="89" fill="hold">
                      <p:stCondLst>
                        <p:cond delay="indefinite"/>
                      </p:stCondLst>
                      <p:childTnLst>
                        <p:par>
                          <p:cTn id="90" fill="hold">
                            <p:stCondLst>
                              <p:cond delay="0"/>
                            </p:stCondLst>
                            <p:childTnLst>
                              <p:par>
                                <p:cTn id="91" presetID="26" presetClass="entr" presetSubtype="0" fill="hold" grpId="0" nodeType="clickEffect">
                                  <p:stCondLst>
                                    <p:cond delay="0"/>
                                  </p:stCondLst>
                                  <p:childTnLst>
                                    <p:set>
                                      <p:cBhvr>
                                        <p:cTn id="92" dur="1" fill="hold">
                                          <p:stCondLst>
                                            <p:cond delay="0"/>
                                          </p:stCondLst>
                                        </p:cTn>
                                        <p:tgtEl>
                                          <p:spTgt spid="3">
                                            <p:txEl>
                                              <p:pRg st="4" end="4"/>
                                            </p:txEl>
                                          </p:spTgt>
                                        </p:tgtEl>
                                        <p:attrNameLst>
                                          <p:attrName>style.visibility</p:attrName>
                                        </p:attrNameLst>
                                      </p:cBhvr>
                                      <p:to>
                                        <p:strVal val="visible"/>
                                      </p:to>
                                    </p:set>
                                    <p:animEffect transition="in" filter="wipe(down)">
                                      <p:cBhvr>
                                        <p:cTn id="93" dur="580">
                                          <p:stCondLst>
                                            <p:cond delay="0"/>
                                          </p:stCondLst>
                                        </p:cTn>
                                        <p:tgtEl>
                                          <p:spTgt spid="3">
                                            <p:txEl>
                                              <p:pRg st="4" end="4"/>
                                            </p:txEl>
                                          </p:spTgt>
                                        </p:tgtEl>
                                      </p:cBhvr>
                                    </p:animEffect>
                                    <p:anim calcmode="lin" valueType="num">
                                      <p:cBhvr>
                                        <p:cTn id="94" dur="1822" tmFilter="0,0; 0.14,0.36; 0.43,0.73; 0.71,0.91; 1.0,1.0">
                                          <p:stCondLst>
                                            <p:cond delay="0"/>
                                          </p:stCondLst>
                                        </p:cTn>
                                        <p:tgtEl>
                                          <p:spTgt spid="3">
                                            <p:txEl>
                                              <p:pRg st="4" end="4"/>
                                            </p:txEl>
                                          </p:spTgt>
                                        </p:tgtEl>
                                        <p:attrNameLst>
                                          <p:attrName>ppt_x</p:attrName>
                                        </p:attrNameLst>
                                      </p:cBhvr>
                                      <p:tavLst>
                                        <p:tav tm="0">
                                          <p:val>
                                            <p:strVal val="#ppt_x-0.25"/>
                                          </p:val>
                                        </p:tav>
                                        <p:tav tm="100000">
                                          <p:val>
                                            <p:strVal val="#ppt_x"/>
                                          </p:val>
                                        </p:tav>
                                      </p:tavLst>
                                    </p:anim>
                                    <p:anim calcmode="lin" valueType="num">
                                      <p:cBhvr>
                                        <p:cTn id="95" dur="664" tmFilter="0.0,0.0; 0.25,0.07; 0.50,0.2; 0.75,0.467; 1.0,1.0">
                                          <p:stCondLst>
                                            <p:cond delay="0"/>
                                          </p:stCondLst>
                                        </p:cTn>
                                        <p:tgtEl>
                                          <p:spTgt spid="3">
                                            <p:txEl>
                                              <p:pRg st="4" end="4"/>
                                            </p:txEl>
                                          </p:spTgt>
                                        </p:tgtEl>
                                        <p:attrNameLst>
                                          <p:attrName>ppt_y</p:attrName>
                                        </p:attrNameLst>
                                      </p:cBhvr>
                                      <p:tavLst>
                                        <p:tav tm="0" fmla="#ppt_y-sin(pi*$)/3">
                                          <p:val>
                                            <p:fltVal val="0.5"/>
                                          </p:val>
                                        </p:tav>
                                        <p:tav tm="100000">
                                          <p:val>
                                            <p:fltVal val="1"/>
                                          </p:val>
                                        </p:tav>
                                      </p:tavLst>
                                    </p:anim>
                                    <p:anim calcmode="lin" valueType="num">
                                      <p:cBhvr>
                                        <p:cTn id="96" dur="664" tmFilter="0, 0; 0.125,0.2665; 0.25,0.4; 0.375,0.465; 0.5,0.5;  0.625,0.535; 0.75,0.6; 0.875,0.7335; 1,1">
                                          <p:stCondLst>
                                            <p:cond delay="664"/>
                                          </p:stCondLst>
                                        </p:cTn>
                                        <p:tgtEl>
                                          <p:spTgt spid="3">
                                            <p:txEl>
                                              <p:pRg st="4" end="4"/>
                                            </p:txEl>
                                          </p:spTgt>
                                        </p:tgtEl>
                                        <p:attrNameLst>
                                          <p:attrName>ppt_y</p:attrName>
                                        </p:attrNameLst>
                                      </p:cBhvr>
                                      <p:tavLst>
                                        <p:tav tm="0" fmla="#ppt_y-sin(pi*$)/9">
                                          <p:val>
                                            <p:fltVal val="0"/>
                                          </p:val>
                                        </p:tav>
                                        <p:tav tm="100000">
                                          <p:val>
                                            <p:fltVal val="1"/>
                                          </p:val>
                                        </p:tav>
                                      </p:tavLst>
                                    </p:anim>
                                    <p:anim calcmode="lin" valueType="num">
                                      <p:cBhvr>
                                        <p:cTn id="97" dur="332" tmFilter="0, 0; 0.125,0.2665; 0.25,0.4; 0.375,0.465; 0.5,0.5;  0.625,0.535; 0.75,0.6; 0.875,0.7335; 1,1">
                                          <p:stCondLst>
                                            <p:cond delay="1324"/>
                                          </p:stCondLst>
                                        </p:cTn>
                                        <p:tgtEl>
                                          <p:spTgt spid="3">
                                            <p:txEl>
                                              <p:pRg st="4" end="4"/>
                                            </p:txEl>
                                          </p:spTgt>
                                        </p:tgtEl>
                                        <p:attrNameLst>
                                          <p:attrName>ppt_y</p:attrName>
                                        </p:attrNameLst>
                                      </p:cBhvr>
                                      <p:tavLst>
                                        <p:tav tm="0" fmla="#ppt_y-sin(pi*$)/27">
                                          <p:val>
                                            <p:fltVal val="0"/>
                                          </p:val>
                                        </p:tav>
                                        <p:tav tm="100000">
                                          <p:val>
                                            <p:fltVal val="1"/>
                                          </p:val>
                                        </p:tav>
                                      </p:tavLst>
                                    </p:anim>
                                    <p:anim calcmode="lin" valueType="num">
                                      <p:cBhvr>
                                        <p:cTn id="98" dur="164" tmFilter="0, 0; 0.125,0.2665; 0.25,0.4; 0.375,0.465; 0.5,0.5;  0.625,0.535; 0.75,0.6; 0.875,0.7335; 1,1">
                                          <p:stCondLst>
                                            <p:cond delay="1656"/>
                                          </p:stCondLst>
                                        </p:cTn>
                                        <p:tgtEl>
                                          <p:spTgt spid="3">
                                            <p:txEl>
                                              <p:pRg st="4" end="4"/>
                                            </p:txEl>
                                          </p:spTgt>
                                        </p:tgtEl>
                                        <p:attrNameLst>
                                          <p:attrName>ppt_y</p:attrName>
                                        </p:attrNameLst>
                                      </p:cBhvr>
                                      <p:tavLst>
                                        <p:tav tm="0" fmla="#ppt_y-sin(pi*$)/81">
                                          <p:val>
                                            <p:fltVal val="0"/>
                                          </p:val>
                                        </p:tav>
                                        <p:tav tm="100000">
                                          <p:val>
                                            <p:fltVal val="1"/>
                                          </p:val>
                                        </p:tav>
                                      </p:tavLst>
                                    </p:anim>
                                    <p:animScale>
                                      <p:cBhvr>
                                        <p:cTn id="99" dur="26">
                                          <p:stCondLst>
                                            <p:cond delay="650"/>
                                          </p:stCondLst>
                                        </p:cTn>
                                        <p:tgtEl>
                                          <p:spTgt spid="3">
                                            <p:txEl>
                                              <p:pRg st="4" end="4"/>
                                            </p:txEl>
                                          </p:spTgt>
                                        </p:tgtEl>
                                      </p:cBhvr>
                                      <p:to x="100000" y="60000"/>
                                    </p:animScale>
                                    <p:animScale>
                                      <p:cBhvr>
                                        <p:cTn id="100" dur="166" decel="50000">
                                          <p:stCondLst>
                                            <p:cond delay="676"/>
                                          </p:stCondLst>
                                        </p:cTn>
                                        <p:tgtEl>
                                          <p:spTgt spid="3">
                                            <p:txEl>
                                              <p:pRg st="4" end="4"/>
                                            </p:txEl>
                                          </p:spTgt>
                                        </p:tgtEl>
                                      </p:cBhvr>
                                      <p:to x="100000" y="100000"/>
                                    </p:animScale>
                                    <p:animScale>
                                      <p:cBhvr>
                                        <p:cTn id="101" dur="26">
                                          <p:stCondLst>
                                            <p:cond delay="1312"/>
                                          </p:stCondLst>
                                        </p:cTn>
                                        <p:tgtEl>
                                          <p:spTgt spid="3">
                                            <p:txEl>
                                              <p:pRg st="4" end="4"/>
                                            </p:txEl>
                                          </p:spTgt>
                                        </p:tgtEl>
                                      </p:cBhvr>
                                      <p:to x="100000" y="80000"/>
                                    </p:animScale>
                                    <p:animScale>
                                      <p:cBhvr>
                                        <p:cTn id="102" dur="166" decel="50000">
                                          <p:stCondLst>
                                            <p:cond delay="1338"/>
                                          </p:stCondLst>
                                        </p:cTn>
                                        <p:tgtEl>
                                          <p:spTgt spid="3">
                                            <p:txEl>
                                              <p:pRg st="4" end="4"/>
                                            </p:txEl>
                                          </p:spTgt>
                                        </p:tgtEl>
                                      </p:cBhvr>
                                      <p:to x="100000" y="100000"/>
                                    </p:animScale>
                                    <p:animScale>
                                      <p:cBhvr>
                                        <p:cTn id="103" dur="26">
                                          <p:stCondLst>
                                            <p:cond delay="1642"/>
                                          </p:stCondLst>
                                        </p:cTn>
                                        <p:tgtEl>
                                          <p:spTgt spid="3">
                                            <p:txEl>
                                              <p:pRg st="4" end="4"/>
                                            </p:txEl>
                                          </p:spTgt>
                                        </p:tgtEl>
                                      </p:cBhvr>
                                      <p:to x="100000" y="90000"/>
                                    </p:animScale>
                                    <p:animScale>
                                      <p:cBhvr>
                                        <p:cTn id="104" dur="166" decel="50000">
                                          <p:stCondLst>
                                            <p:cond delay="1668"/>
                                          </p:stCondLst>
                                        </p:cTn>
                                        <p:tgtEl>
                                          <p:spTgt spid="3">
                                            <p:txEl>
                                              <p:pRg st="4" end="4"/>
                                            </p:txEl>
                                          </p:spTgt>
                                        </p:tgtEl>
                                      </p:cBhvr>
                                      <p:to x="100000" y="100000"/>
                                    </p:animScale>
                                    <p:animScale>
                                      <p:cBhvr>
                                        <p:cTn id="105" dur="26">
                                          <p:stCondLst>
                                            <p:cond delay="1808"/>
                                          </p:stCondLst>
                                        </p:cTn>
                                        <p:tgtEl>
                                          <p:spTgt spid="3">
                                            <p:txEl>
                                              <p:pRg st="4" end="4"/>
                                            </p:txEl>
                                          </p:spTgt>
                                        </p:tgtEl>
                                      </p:cBhvr>
                                      <p:to x="100000" y="95000"/>
                                    </p:animScale>
                                    <p:animScale>
                                      <p:cBhvr>
                                        <p:cTn id="106" dur="166" decel="50000">
                                          <p:stCondLst>
                                            <p:cond delay="1834"/>
                                          </p:stCondLst>
                                        </p:cTn>
                                        <p:tgtEl>
                                          <p:spTgt spid="3">
                                            <p:txEl>
                                              <p:pRg st="4" end="4"/>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95B18-6DD8-C611-BECD-5E831E506FBA}"/>
              </a:ext>
            </a:extLst>
          </p:cNvPr>
          <p:cNvSpPr>
            <a:spLocks noGrp="1"/>
          </p:cNvSpPr>
          <p:nvPr>
            <p:ph type="title"/>
          </p:nvPr>
        </p:nvSpPr>
        <p:spPr>
          <a:xfrm>
            <a:off x="1349021" y="1520305"/>
            <a:ext cx="8007212" cy="1320800"/>
          </a:xfrm>
        </p:spPr>
        <p:txBody>
          <a:bodyPr>
            <a:normAutofit fontScale="90000"/>
          </a:bodyPr>
          <a:lstStyle/>
          <a:p>
            <a:r>
              <a:rPr lang="en-IN" b="1" i="1" dirty="0">
                <a:latin typeface="Times New Roman" panose="02020603050405020304" pitchFamily="18" charset="0"/>
                <a:cs typeface="Times New Roman" panose="02020603050405020304" pitchFamily="18" charset="0"/>
              </a:rPr>
              <a:t>                    </a:t>
            </a:r>
            <a:r>
              <a:rPr lang="en-IN" b="1" i="1" u="sng" dirty="0">
                <a:latin typeface="Times New Roman" panose="02020603050405020304" pitchFamily="18" charset="0"/>
                <a:cs typeface="Times New Roman" panose="02020603050405020304" pitchFamily="18" charset="0"/>
              </a:rPr>
              <a:t>Field project         </a:t>
            </a:r>
            <a:br>
              <a:rPr lang="en-IN" b="1" i="1" dirty="0">
                <a:latin typeface="Times New Roman" panose="02020603050405020304" pitchFamily="18" charset="0"/>
                <a:cs typeface="Times New Roman" panose="02020603050405020304" pitchFamily="18" charset="0"/>
              </a:rPr>
            </a:br>
            <a:br>
              <a:rPr lang="en-IN" b="1" i="1" dirty="0">
                <a:latin typeface="Times New Roman" panose="02020603050405020304" pitchFamily="18" charset="0"/>
                <a:cs typeface="Times New Roman" panose="02020603050405020304" pitchFamily="18" charset="0"/>
              </a:rPr>
            </a:br>
            <a:r>
              <a:rPr lang="en-IN" b="1" i="1" dirty="0">
                <a:latin typeface="Times New Roman" panose="02020603050405020304" pitchFamily="18" charset="0"/>
                <a:cs typeface="Times New Roman" panose="02020603050405020304" pitchFamily="18" charset="0"/>
              </a:rPr>
              <a:t>          </a:t>
            </a:r>
            <a:r>
              <a:rPr lang="en-IN" b="1" i="1" dirty="0">
                <a:solidFill>
                  <a:schemeClr val="tx1"/>
                </a:solidFill>
                <a:latin typeface="Times New Roman" panose="02020603050405020304" pitchFamily="18" charset="0"/>
                <a:cs typeface="Times New Roman" panose="02020603050405020304" pitchFamily="18" charset="0"/>
              </a:rPr>
              <a:t>ELECTRICAL  AUTO </a:t>
            </a:r>
            <a:br>
              <a:rPr lang="en-IN" b="1" i="1" dirty="0">
                <a:solidFill>
                  <a:schemeClr val="tx1"/>
                </a:solidFill>
                <a:latin typeface="Times New Roman" panose="02020603050405020304" pitchFamily="18" charset="0"/>
                <a:cs typeface="Times New Roman" panose="02020603050405020304" pitchFamily="18" charset="0"/>
              </a:rPr>
            </a:br>
            <a:r>
              <a:rPr lang="en-IN" b="1" i="1" dirty="0">
                <a:solidFill>
                  <a:schemeClr val="tx1"/>
                </a:solidFill>
                <a:latin typeface="Times New Roman" panose="02020603050405020304" pitchFamily="18" charset="0"/>
                <a:cs typeface="Times New Roman" panose="02020603050405020304" pitchFamily="18" charset="0"/>
              </a:rPr>
              <a:t>  MOBILES DEFECT SENSORS</a:t>
            </a:r>
            <a:br>
              <a:rPr lang="en-IN" b="1" i="1" dirty="0">
                <a:solidFill>
                  <a:schemeClr val="tx1"/>
                </a:solidFill>
                <a:latin typeface="Times New Roman" panose="02020603050405020304" pitchFamily="18" charset="0"/>
                <a:cs typeface="Times New Roman" panose="02020603050405020304" pitchFamily="18" charset="0"/>
              </a:rPr>
            </a:br>
            <a:r>
              <a:rPr lang="en-IN" b="1" i="1" dirty="0">
                <a:solidFill>
                  <a:schemeClr val="tx1"/>
                </a:solidFill>
                <a:latin typeface="Times New Roman" panose="02020603050405020304" pitchFamily="18" charset="0"/>
                <a:cs typeface="Times New Roman" panose="02020603050405020304" pitchFamily="18" charset="0"/>
              </a:rPr>
              <a:t>             </a:t>
            </a:r>
            <a:endParaRPr lang="en-US"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2316F0AF-3D82-763D-04D3-81C74CD9BBFE}"/>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10829796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8E80B-F356-633F-FE81-2863E8D2A890}"/>
              </a:ext>
            </a:extLst>
          </p:cNvPr>
          <p:cNvSpPr>
            <a:spLocks noGrp="1"/>
          </p:cNvSpPr>
          <p:nvPr>
            <p:ph type="title"/>
          </p:nvPr>
        </p:nvSpPr>
        <p:spPr/>
        <p:txBody>
          <a:bodyPr/>
          <a:lstStyle/>
          <a:p>
            <a:r>
              <a:rPr lang="en-IN" b="1" i="1" u="sng" dirty="0"/>
              <a:t>INTRODUCTION TO ELECTRICAL AUTO MOBILES DEFECT SENSORS</a:t>
            </a:r>
            <a:r>
              <a:rPr lang="en-IN" dirty="0"/>
              <a:t>:-</a:t>
            </a:r>
          </a:p>
        </p:txBody>
      </p:sp>
      <p:sp>
        <p:nvSpPr>
          <p:cNvPr id="3" name="Content Placeholder 2">
            <a:extLst>
              <a:ext uri="{FF2B5EF4-FFF2-40B4-BE49-F238E27FC236}">
                <a16:creationId xmlns:a16="http://schemas.microsoft.com/office/drawing/2014/main" id="{AF4EB408-C0D7-2B16-D9AF-4BA10C6F78D1}"/>
              </a:ext>
            </a:extLst>
          </p:cNvPr>
          <p:cNvSpPr>
            <a:spLocks noGrp="1"/>
          </p:cNvSpPr>
          <p:nvPr>
            <p:ph idx="1"/>
          </p:nvPr>
        </p:nvSpPr>
        <p:spPr/>
        <p:txBody>
          <a:bodyPr/>
          <a:lstStyle/>
          <a:p>
            <a:pPr algn="just"/>
            <a:r>
              <a:rPr lang="en-US" dirty="0"/>
              <a:t>Electrical Automobiles (Electric Vehicles – EVs) are vehicles that run using electric motors powered by batteries instead of petrol or diesel engines. Since EVs depend heavily on electrical systems, sensors play a major role in detecting defects and ensuring safety, efficiency, and smooth performance.</a:t>
            </a:r>
          </a:p>
          <a:p>
            <a:pPr algn="just"/>
            <a:r>
              <a:rPr lang="en-US" dirty="0"/>
              <a:t>Defect detection sensors help in identifying faults such as battery overheating, motor malfunction, brake failure, short circuits, and system errors.</a:t>
            </a:r>
          </a:p>
          <a:p>
            <a:endParaRPr lang="en-IN" dirty="0"/>
          </a:p>
        </p:txBody>
      </p:sp>
      <p:pic>
        <p:nvPicPr>
          <p:cNvPr id="4" name="Picture 3">
            <a:extLst>
              <a:ext uri="{FF2B5EF4-FFF2-40B4-BE49-F238E27FC236}">
                <a16:creationId xmlns:a16="http://schemas.microsoft.com/office/drawing/2014/main" id="{FB87929A-E780-016B-3DF8-7A4205CDC49D}"/>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803564"/>
          </a:xfrm>
          <a:prstGeom prst="rect">
            <a:avLst/>
          </a:prstGeom>
        </p:spPr>
      </p:pic>
    </p:spTree>
    <p:extLst>
      <p:ext uri="{BB962C8B-B14F-4D97-AF65-F5344CB8AC3E}">
        <p14:creationId xmlns:p14="http://schemas.microsoft.com/office/powerpoint/2010/main" val="1878301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ECA71-80FC-903F-37CF-753332EDC993}"/>
              </a:ext>
            </a:extLst>
          </p:cNvPr>
          <p:cNvSpPr>
            <a:spLocks noGrp="1"/>
          </p:cNvSpPr>
          <p:nvPr>
            <p:ph type="title"/>
          </p:nvPr>
        </p:nvSpPr>
        <p:spPr/>
        <p:txBody>
          <a:bodyPr/>
          <a:lstStyle/>
          <a:p>
            <a:r>
              <a:rPr lang="en-IN" i="1" u="sng" dirty="0"/>
              <a:t>Objectives of the Project-</a:t>
            </a:r>
          </a:p>
        </p:txBody>
      </p:sp>
      <p:sp>
        <p:nvSpPr>
          <p:cNvPr id="3" name="Content Placeholder 2">
            <a:extLst>
              <a:ext uri="{FF2B5EF4-FFF2-40B4-BE49-F238E27FC236}">
                <a16:creationId xmlns:a16="http://schemas.microsoft.com/office/drawing/2014/main" id="{623F43C0-8DAC-85EF-8600-27B97A657BE3}"/>
              </a:ext>
            </a:extLst>
          </p:cNvPr>
          <p:cNvSpPr>
            <a:spLocks noGrp="1"/>
          </p:cNvSpPr>
          <p:nvPr>
            <p:ph idx="1"/>
          </p:nvPr>
        </p:nvSpPr>
        <p:spPr/>
        <p:txBody>
          <a:bodyPr/>
          <a:lstStyle/>
          <a:p>
            <a:r>
              <a:rPr lang="en-US" dirty="0"/>
              <a:t>To study different sensors used in electrical automobiles</a:t>
            </a:r>
          </a:p>
          <a:p>
            <a:r>
              <a:rPr lang="en-US" dirty="0"/>
              <a:t>To understand how defect detection works</a:t>
            </a:r>
          </a:p>
          <a:p>
            <a:r>
              <a:rPr lang="en-US" dirty="0"/>
              <a:t>To analyze common electrical faults in EV</a:t>
            </a:r>
          </a:p>
          <a:p>
            <a:r>
              <a:rPr lang="en-US" dirty="0"/>
              <a:t>To study safety mechanisms in EV system</a:t>
            </a:r>
            <a:endParaRPr lang="en-IN" dirty="0"/>
          </a:p>
        </p:txBody>
      </p:sp>
      <p:pic>
        <p:nvPicPr>
          <p:cNvPr id="4" name="Picture 3">
            <a:extLst>
              <a:ext uri="{FF2B5EF4-FFF2-40B4-BE49-F238E27FC236}">
                <a16:creationId xmlns:a16="http://schemas.microsoft.com/office/drawing/2014/main" id="{D3D2BBAE-0329-F521-F570-1D6E4AAA19F9}"/>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766618"/>
          </a:xfrm>
          <a:prstGeom prst="rect">
            <a:avLst/>
          </a:prstGeom>
        </p:spPr>
      </p:pic>
    </p:spTree>
    <p:extLst>
      <p:ext uri="{BB962C8B-B14F-4D97-AF65-F5344CB8AC3E}">
        <p14:creationId xmlns:p14="http://schemas.microsoft.com/office/powerpoint/2010/main" val="4239684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038CBD-F607-82BE-C486-5E2F93520A8B}"/>
              </a:ext>
            </a:extLst>
          </p:cNvPr>
          <p:cNvSpPr>
            <a:spLocks noGrp="1"/>
          </p:cNvSpPr>
          <p:nvPr>
            <p:ph type="title"/>
          </p:nvPr>
        </p:nvSpPr>
        <p:spPr/>
        <p:txBody>
          <a:bodyPr/>
          <a:lstStyle/>
          <a:p>
            <a:r>
              <a:rPr lang="en-US" i="1" u="sng" dirty="0"/>
              <a:t>Components of an Electrical Automobile:-</a:t>
            </a:r>
            <a:endParaRPr lang="en-IN" i="1" u="sng" dirty="0"/>
          </a:p>
        </p:txBody>
      </p:sp>
      <p:sp>
        <p:nvSpPr>
          <p:cNvPr id="3" name="Content Placeholder 2">
            <a:extLst>
              <a:ext uri="{FF2B5EF4-FFF2-40B4-BE49-F238E27FC236}">
                <a16:creationId xmlns:a16="http://schemas.microsoft.com/office/drawing/2014/main" id="{E47878A2-26D1-520D-495F-22797289ED10}"/>
              </a:ext>
            </a:extLst>
          </p:cNvPr>
          <p:cNvSpPr>
            <a:spLocks noGrp="1"/>
          </p:cNvSpPr>
          <p:nvPr>
            <p:ph idx="1"/>
          </p:nvPr>
        </p:nvSpPr>
        <p:spPr/>
        <p:txBody>
          <a:bodyPr/>
          <a:lstStyle/>
          <a:p>
            <a:r>
              <a:rPr lang="en-IN" dirty="0"/>
              <a:t>Battery Pack</a:t>
            </a:r>
          </a:p>
          <a:p>
            <a:r>
              <a:rPr lang="en-IN" dirty="0"/>
              <a:t>Electric Motor</a:t>
            </a:r>
          </a:p>
          <a:p>
            <a:r>
              <a:rPr lang="en-US" dirty="0"/>
              <a:t>Controller (ECU – Electronic Control Unit)</a:t>
            </a:r>
          </a:p>
          <a:p>
            <a:r>
              <a:rPr lang="en-IN" dirty="0"/>
              <a:t>Inverter</a:t>
            </a:r>
          </a:p>
          <a:p>
            <a:r>
              <a:rPr lang="en-IN" dirty="0"/>
              <a:t>Charging Port</a:t>
            </a:r>
          </a:p>
          <a:p>
            <a:r>
              <a:rPr lang="fr-FR" dirty="0" err="1"/>
              <a:t>Sensors</a:t>
            </a:r>
            <a:r>
              <a:rPr lang="fr-FR" dirty="0"/>
              <a:t> (</a:t>
            </a:r>
            <a:r>
              <a:rPr lang="fr-FR" dirty="0" err="1"/>
              <a:t>Temperature</a:t>
            </a:r>
            <a:r>
              <a:rPr lang="fr-FR" dirty="0"/>
              <a:t>, </a:t>
            </a:r>
            <a:r>
              <a:rPr lang="fr-FR" dirty="0" err="1"/>
              <a:t>Current</a:t>
            </a:r>
            <a:r>
              <a:rPr lang="fr-FR" dirty="0"/>
              <a:t>, Voltage, etc.</a:t>
            </a:r>
            <a:endParaRPr lang="en-IN" dirty="0"/>
          </a:p>
          <a:p>
            <a:endParaRPr lang="en-IN" dirty="0"/>
          </a:p>
        </p:txBody>
      </p:sp>
      <p:pic>
        <p:nvPicPr>
          <p:cNvPr id="4" name="Picture 3">
            <a:extLst>
              <a:ext uri="{FF2B5EF4-FFF2-40B4-BE49-F238E27FC236}">
                <a16:creationId xmlns:a16="http://schemas.microsoft.com/office/drawing/2014/main" id="{2E03F596-1152-5A5A-6488-539522835DC9}"/>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757382"/>
          </a:xfrm>
          <a:prstGeom prst="rect">
            <a:avLst/>
          </a:prstGeom>
        </p:spPr>
      </p:pic>
    </p:spTree>
    <p:extLst>
      <p:ext uri="{BB962C8B-B14F-4D97-AF65-F5344CB8AC3E}">
        <p14:creationId xmlns:p14="http://schemas.microsoft.com/office/powerpoint/2010/main" val="38597576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2E2950-3DC7-328E-60AB-3B993BF5467C}"/>
              </a:ext>
            </a:extLst>
          </p:cNvPr>
          <p:cNvSpPr>
            <a:spLocks noGrp="1"/>
          </p:cNvSpPr>
          <p:nvPr>
            <p:ph type="title"/>
          </p:nvPr>
        </p:nvSpPr>
        <p:spPr/>
        <p:txBody>
          <a:bodyPr/>
          <a:lstStyle/>
          <a:p>
            <a:r>
              <a:rPr lang="en-US" dirty="0"/>
              <a:t> </a:t>
            </a:r>
            <a:r>
              <a:rPr lang="en-US" u="sng" dirty="0"/>
              <a:t>Types of Defect Detection Sensors in EVs:-</a:t>
            </a:r>
            <a:endParaRPr lang="en-IN" u="sng" dirty="0"/>
          </a:p>
        </p:txBody>
      </p:sp>
      <p:sp>
        <p:nvSpPr>
          <p:cNvPr id="3" name="Content Placeholder 2">
            <a:extLst>
              <a:ext uri="{FF2B5EF4-FFF2-40B4-BE49-F238E27FC236}">
                <a16:creationId xmlns:a16="http://schemas.microsoft.com/office/drawing/2014/main" id="{2B798FB2-2B42-9921-7097-3F9E86674811}"/>
              </a:ext>
            </a:extLst>
          </p:cNvPr>
          <p:cNvSpPr>
            <a:spLocks noGrp="1"/>
          </p:cNvSpPr>
          <p:nvPr>
            <p:ph idx="1"/>
          </p:nvPr>
        </p:nvSpPr>
        <p:spPr/>
        <p:txBody>
          <a:bodyPr>
            <a:normAutofit/>
          </a:bodyPr>
          <a:lstStyle/>
          <a:p>
            <a:pPr marL="0" indent="0">
              <a:buNone/>
            </a:pPr>
            <a:r>
              <a:rPr lang="en-IN" dirty="0"/>
              <a:t>1. Temperature Sensors:-</a:t>
            </a:r>
          </a:p>
          <a:p>
            <a:r>
              <a:rPr lang="en-US" dirty="0"/>
              <a:t>Monitor battery and motor temperature</a:t>
            </a:r>
          </a:p>
          <a:p>
            <a:r>
              <a:rPr lang="en-IN" dirty="0"/>
              <a:t>Prevent overheating</a:t>
            </a:r>
          </a:p>
          <a:p>
            <a:r>
              <a:rPr lang="en-US" dirty="0"/>
              <a:t>Activate cooling system if temperature rises</a:t>
            </a:r>
          </a:p>
          <a:p>
            <a:pPr marL="0" indent="0">
              <a:buNone/>
            </a:pPr>
            <a:r>
              <a:rPr lang="en-US" dirty="0"/>
              <a:t>2. </a:t>
            </a:r>
            <a:r>
              <a:rPr lang="en-IN" dirty="0"/>
              <a:t>Current Sensors:-</a:t>
            </a:r>
          </a:p>
          <a:p>
            <a:r>
              <a:rPr lang="en-US" dirty="0"/>
              <a:t>Measure the current flow in circuits</a:t>
            </a:r>
          </a:p>
          <a:p>
            <a:r>
              <a:rPr lang="en-US" dirty="0"/>
              <a:t>Detect short circuits or overload conditions</a:t>
            </a:r>
          </a:p>
          <a:p>
            <a:r>
              <a:rPr lang="en-US" dirty="0"/>
              <a:t>Protect battery and motor from damage</a:t>
            </a:r>
          </a:p>
        </p:txBody>
      </p:sp>
      <p:pic>
        <p:nvPicPr>
          <p:cNvPr id="4" name="Picture 3">
            <a:extLst>
              <a:ext uri="{FF2B5EF4-FFF2-40B4-BE49-F238E27FC236}">
                <a16:creationId xmlns:a16="http://schemas.microsoft.com/office/drawing/2014/main" id="{FE8A5057-22DB-7C5C-0826-3B3FCD1C7C46}"/>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0"/>
            <a:ext cx="2145497" cy="609600"/>
          </a:xfrm>
          <a:prstGeom prst="rect">
            <a:avLst/>
          </a:prstGeom>
        </p:spPr>
      </p:pic>
    </p:spTree>
    <p:extLst>
      <p:ext uri="{BB962C8B-B14F-4D97-AF65-F5344CB8AC3E}">
        <p14:creationId xmlns:p14="http://schemas.microsoft.com/office/powerpoint/2010/main" val="15824021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7E5F698C-8234-FA47-5FB0-2883BB3F6B62}"/>
              </a:ext>
            </a:extLst>
          </p:cNvPr>
          <p:cNvSpPr>
            <a:spLocks noGrp="1"/>
          </p:cNvSpPr>
          <p:nvPr>
            <p:ph idx="1"/>
          </p:nvPr>
        </p:nvSpPr>
        <p:spPr>
          <a:xfrm>
            <a:off x="838200" y="295275"/>
            <a:ext cx="10515600" cy="5881688"/>
          </a:xfrm>
        </p:spPr>
        <p:txBody>
          <a:bodyPr/>
          <a:lstStyle/>
          <a:p>
            <a:pPr marL="0" indent="0">
              <a:buNone/>
            </a:pPr>
            <a:endParaRPr lang="en-IN" dirty="0"/>
          </a:p>
          <a:p>
            <a:pPr marL="0" indent="0">
              <a:buNone/>
            </a:pPr>
            <a:endParaRPr lang="en-IN" dirty="0"/>
          </a:p>
          <a:p>
            <a:pPr marL="0" indent="0">
              <a:buNone/>
            </a:pPr>
            <a:r>
              <a:rPr lang="en-IN" dirty="0"/>
              <a:t>3. Voltage Sensors:-</a:t>
            </a:r>
          </a:p>
          <a:p>
            <a:r>
              <a:rPr lang="en-IN" dirty="0"/>
              <a:t>Monitor battery voltage levels</a:t>
            </a:r>
          </a:p>
          <a:p>
            <a:r>
              <a:rPr lang="en-US" dirty="0"/>
              <a:t>Detect overcharging and deep discharge</a:t>
            </a:r>
          </a:p>
          <a:p>
            <a:r>
              <a:rPr lang="en-IN" dirty="0"/>
              <a:t>Ensure stable power supply</a:t>
            </a:r>
          </a:p>
          <a:p>
            <a:pPr marL="0" indent="0">
              <a:buNone/>
            </a:pPr>
            <a:endParaRPr lang="en-IN" dirty="0"/>
          </a:p>
          <a:p>
            <a:pPr marL="0" indent="0">
              <a:buNone/>
            </a:pPr>
            <a:r>
              <a:rPr lang="en-IN" dirty="0"/>
              <a:t>4. Speed Sensors:-</a:t>
            </a:r>
          </a:p>
          <a:p>
            <a:r>
              <a:rPr lang="en-US" dirty="0"/>
              <a:t>Measure wheel and motor speed</a:t>
            </a:r>
          </a:p>
          <a:p>
            <a:r>
              <a:rPr lang="en-IN" dirty="0"/>
              <a:t>Detect abnormal speed conditions</a:t>
            </a:r>
          </a:p>
          <a:p>
            <a:r>
              <a:rPr lang="en-IN" dirty="0"/>
              <a:t>Help in regenerative braking</a:t>
            </a:r>
          </a:p>
          <a:p>
            <a:endParaRPr lang="en-IN" dirty="0"/>
          </a:p>
        </p:txBody>
      </p:sp>
      <p:pic>
        <p:nvPicPr>
          <p:cNvPr id="2" name="Picture 1">
            <a:extLst>
              <a:ext uri="{FF2B5EF4-FFF2-40B4-BE49-F238E27FC236}">
                <a16:creationId xmlns:a16="http://schemas.microsoft.com/office/drawing/2014/main" id="{55295FB8-A05A-8BE6-85AD-520C87DE5C1C}"/>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0"/>
            <a:ext cx="2145497" cy="1153163"/>
          </a:xfrm>
          <a:prstGeom prst="rect">
            <a:avLst/>
          </a:prstGeom>
        </p:spPr>
      </p:pic>
    </p:spTree>
    <p:extLst>
      <p:ext uri="{BB962C8B-B14F-4D97-AF65-F5344CB8AC3E}">
        <p14:creationId xmlns:p14="http://schemas.microsoft.com/office/powerpoint/2010/main" val="346648957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656F9E-8C80-B6C4-A551-08EE65990AF0}"/>
              </a:ext>
            </a:extLst>
          </p:cNvPr>
          <p:cNvSpPr>
            <a:spLocks noGrp="1"/>
          </p:cNvSpPr>
          <p:nvPr>
            <p:ph type="title"/>
          </p:nvPr>
        </p:nvSpPr>
        <p:spPr/>
        <p:txBody>
          <a:bodyPr/>
          <a:lstStyle/>
          <a:p>
            <a:r>
              <a:rPr lang="en-US" i="1" u="sng" dirty="0"/>
              <a:t>Working Principle of Defect Detection:-</a:t>
            </a:r>
            <a:endParaRPr lang="en-IN" i="1" u="sng" dirty="0"/>
          </a:p>
        </p:txBody>
      </p:sp>
      <p:sp>
        <p:nvSpPr>
          <p:cNvPr id="3" name="Content Placeholder 2">
            <a:extLst>
              <a:ext uri="{FF2B5EF4-FFF2-40B4-BE49-F238E27FC236}">
                <a16:creationId xmlns:a16="http://schemas.microsoft.com/office/drawing/2014/main" id="{74AFF98D-DB21-98A6-FD93-AAB2CDFE650B}"/>
              </a:ext>
            </a:extLst>
          </p:cNvPr>
          <p:cNvSpPr>
            <a:spLocks noGrp="1"/>
          </p:cNvSpPr>
          <p:nvPr>
            <p:ph idx="1"/>
          </p:nvPr>
        </p:nvSpPr>
        <p:spPr/>
        <p:txBody>
          <a:bodyPr>
            <a:normAutofit/>
          </a:bodyPr>
          <a:lstStyle/>
          <a:p>
            <a:r>
              <a:rPr lang="en-US" dirty="0"/>
              <a:t>Sensor continuously monitors system parameter</a:t>
            </a:r>
          </a:p>
          <a:p>
            <a:r>
              <a:rPr lang="en-US" dirty="0"/>
              <a:t>Data is sent to ECU (Electronic Control Unit</a:t>
            </a:r>
          </a:p>
          <a:p>
            <a:r>
              <a:rPr lang="en-US" dirty="0"/>
              <a:t>ECU compares data with safe limits</a:t>
            </a:r>
          </a:p>
          <a:p>
            <a:pPr marL="0" indent="0">
              <a:buNone/>
            </a:pPr>
            <a:r>
              <a:rPr lang="en-US" i="1" u="sng" dirty="0"/>
              <a:t>Common Defects in Electrical Automobiles:-</a:t>
            </a:r>
          </a:p>
          <a:p>
            <a:r>
              <a:rPr lang="en-IN" dirty="0"/>
              <a:t>Battery overheating</a:t>
            </a:r>
          </a:p>
          <a:p>
            <a:r>
              <a:rPr lang="en-IN" dirty="0"/>
              <a:t>Overcharging</a:t>
            </a:r>
          </a:p>
          <a:p>
            <a:r>
              <a:rPr lang="en-IN" dirty="0"/>
              <a:t>Motor winding failure</a:t>
            </a:r>
          </a:p>
          <a:p>
            <a:r>
              <a:rPr lang="en-IN" dirty="0"/>
              <a:t>Short circuit</a:t>
            </a:r>
            <a:endParaRPr lang="en-IN" i="1" u="sng" dirty="0"/>
          </a:p>
        </p:txBody>
      </p:sp>
      <p:pic>
        <p:nvPicPr>
          <p:cNvPr id="4" name="Picture 3">
            <a:extLst>
              <a:ext uri="{FF2B5EF4-FFF2-40B4-BE49-F238E27FC236}">
                <a16:creationId xmlns:a16="http://schemas.microsoft.com/office/drawing/2014/main" id="{25371890-58C5-21A2-6857-5629C9EB25C9}"/>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0"/>
            <a:ext cx="2145497" cy="609600"/>
          </a:xfrm>
          <a:prstGeom prst="rect">
            <a:avLst/>
          </a:prstGeom>
        </p:spPr>
      </p:pic>
    </p:spTree>
    <p:extLst>
      <p:ext uri="{BB962C8B-B14F-4D97-AF65-F5344CB8AC3E}">
        <p14:creationId xmlns:p14="http://schemas.microsoft.com/office/powerpoint/2010/main" val="2572459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563B95-6145-A135-3A66-DA4C784C354A}"/>
              </a:ext>
            </a:extLst>
          </p:cNvPr>
          <p:cNvSpPr>
            <a:spLocks noGrp="1"/>
          </p:cNvSpPr>
          <p:nvPr>
            <p:ph type="title"/>
          </p:nvPr>
        </p:nvSpPr>
        <p:spPr/>
        <p:txBody>
          <a:bodyPr/>
          <a:lstStyle/>
          <a:p>
            <a:r>
              <a:rPr lang="en-IN" i="1" u="sng" dirty="0"/>
              <a:t>Field Study (Example Observation):-</a:t>
            </a:r>
          </a:p>
        </p:txBody>
      </p:sp>
      <p:sp>
        <p:nvSpPr>
          <p:cNvPr id="3" name="Content Placeholder 2">
            <a:extLst>
              <a:ext uri="{FF2B5EF4-FFF2-40B4-BE49-F238E27FC236}">
                <a16:creationId xmlns:a16="http://schemas.microsoft.com/office/drawing/2014/main" id="{C3184BBB-F059-B571-8449-0173C4D4BEA2}"/>
              </a:ext>
            </a:extLst>
          </p:cNvPr>
          <p:cNvSpPr>
            <a:spLocks noGrp="1"/>
          </p:cNvSpPr>
          <p:nvPr>
            <p:ph idx="1"/>
          </p:nvPr>
        </p:nvSpPr>
        <p:spPr/>
        <p:txBody>
          <a:bodyPr>
            <a:normAutofit/>
          </a:bodyPr>
          <a:lstStyle/>
          <a:p>
            <a:r>
              <a:rPr lang="en-US" dirty="0"/>
              <a:t>Most common defect: Battery overheating</a:t>
            </a:r>
          </a:p>
          <a:p>
            <a:r>
              <a:rPr lang="en-US" dirty="0"/>
              <a:t>Cause: Poor ventilation and overcharging</a:t>
            </a:r>
          </a:p>
          <a:p>
            <a:r>
              <a:rPr lang="en-US" dirty="0"/>
              <a:t>Solution: Improved cooling system and BMS upgrade</a:t>
            </a:r>
          </a:p>
          <a:p>
            <a:pPr marL="0" indent="0">
              <a:buNone/>
            </a:pPr>
            <a:endParaRPr lang="en-US" i="1" u="sng" dirty="0"/>
          </a:p>
          <a:p>
            <a:pPr marL="0" indent="0">
              <a:buNone/>
            </a:pPr>
            <a:r>
              <a:rPr lang="en-US" i="1" u="sng" dirty="0"/>
              <a:t>Advantages of Using Defect Sensors:-</a:t>
            </a:r>
          </a:p>
          <a:p>
            <a:r>
              <a:rPr lang="en-IN" dirty="0"/>
              <a:t>Increases safety</a:t>
            </a:r>
          </a:p>
          <a:p>
            <a:r>
              <a:rPr lang="en-IN" dirty="0"/>
              <a:t>Prevents major damage</a:t>
            </a:r>
          </a:p>
          <a:p>
            <a:r>
              <a:rPr lang="en-IN" dirty="0"/>
              <a:t>Improves vehicle lifespan</a:t>
            </a:r>
          </a:p>
          <a:p>
            <a:r>
              <a:rPr lang="en-IN" dirty="0"/>
              <a:t>Reduces maintenance cost</a:t>
            </a:r>
            <a:endParaRPr lang="en-IN" i="1" u="sng" dirty="0"/>
          </a:p>
        </p:txBody>
      </p:sp>
      <p:pic>
        <p:nvPicPr>
          <p:cNvPr id="4" name="Picture 3">
            <a:extLst>
              <a:ext uri="{FF2B5EF4-FFF2-40B4-BE49-F238E27FC236}">
                <a16:creationId xmlns:a16="http://schemas.microsoft.com/office/drawing/2014/main" id="{7C38E175-7769-D391-388C-2287CE5DF4C1}"/>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84476654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4B12D2-588D-B805-2F39-A46632959FF7}"/>
              </a:ext>
            </a:extLst>
          </p:cNvPr>
          <p:cNvSpPr>
            <a:spLocks noGrp="1"/>
          </p:cNvSpPr>
          <p:nvPr>
            <p:ph type="title"/>
          </p:nvPr>
        </p:nvSpPr>
        <p:spPr/>
        <p:txBody>
          <a:bodyPr/>
          <a:lstStyle/>
          <a:p>
            <a:r>
              <a:rPr lang="en-IN" i="1" u="sng" dirty="0"/>
              <a:t>Conclusion:-</a:t>
            </a:r>
          </a:p>
        </p:txBody>
      </p:sp>
      <p:sp>
        <p:nvSpPr>
          <p:cNvPr id="3" name="Content Placeholder 2">
            <a:extLst>
              <a:ext uri="{FF2B5EF4-FFF2-40B4-BE49-F238E27FC236}">
                <a16:creationId xmlns:a16="http://schemas.microsoft.com/office/drawing/2014/main" id="{CE6A9DEE-A6BF-C549-5D16-47585EC68FA9}"/>
              </a:ext>
            </a:extLst>
          </p:cNvPr>
          <p:cNvSpPr>
            <a:spLocks noGrp="1"/>
          </p:cNvSpPr>
          <p:nvPr>
            <p:ph idx="1"/>
          </p:nvPr>
        </p:nvSpPr>
        <p:spPr/>
        <p:txBody>
          <a:bodyPr/>
          <a:lstStyle/>
          <a:p>
            <a:pPr algn="just"/>
            <a:r>
              <a:rPr lang="en-US" dirty="0"/>
              <a:t>Defect detection sensors are very important in electrical automobiles. They ensure safety, improve performance, and prevent serious damage. </a:t>
            </a:r>
          </a:p>
          <a:p>
            <a:pPr algn="just"/>
            <a:r>
              <a:rPr lang="en-US" dirty="0"/>
              <a:t>With advancements in AI and smart technology, future EVs will have more accurate and intelligent fault detection systems.</a:t>
            </a:r>
          </a:p>
          <a:p>
            <a:endParaRPr lang="en-IN" dirty="0"/>
          </a:p>
        </p:txBody>
      </p:sp>
      <p:pic>
        <p:nvPicPr>
          <p:cNvPr id="4" name="Picture 3">
            <a:extLst>
              <a:ext uri="{FF2B5EF4-FFF2-40B4-BE49-F238E27FC236}">
                <a16:creationId xmlns:a16="http://schemas.microsoft.com/office/drawing/2014/main" id="{55CEDF5A-C559-5D01-4CC1-016DF8112630}"/>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07210071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E17DAD8-52D0-6108-1002-FE8BE0193163}"/>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3458" y="342605"/>
            <a:ext cx="4877696" cy="2593847"/>
          </a:xfrm>
          <a:prstGeom prst="rect">
            <a:avLst/>
          </a:prstGeom>
          <a:ln>
            <a:noFill/>
          </a:ln>
          <a:effectLst>
            <a:softEdge rad="112500"/>
          </a:effectLst>
        </p:spPr>
      </p:pic>
      <p:pic>
        <p:nvPicPr>
          <p:cNvPr id="7" name="Picture 6">
            <a:extLst>
              <a:ext uri="{FF2B5EF4-FFF2-40B4-BE49-F238E27FC236}">
                <a16:creationId xmlns:a16="http://schemas.microsoft.com/office/drawing/2014/main" id="{8B32426D-37C8-0A82-8014-3C7B29CCF08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899660" y="304801"/>
            <a:ext cx="4257675" cy="2849051"/>
          </a:xfrm>
          <a:prstGeom prst="rect">
            <a:avLst/>
          </a:prstGeom>
          <a:ln>
            <a:noFill/>
          </a:ln>
          <a:effectLst>
            <a:softEdge rad="112500"/>
          </a:effectLst>
        </p:spPr>
      </p:pic>
      <p:pic>
        <p:nvPicPr>
          <p:cNvPr id="9" name="Picture 8">
            <a:extLst>
              <a:ext uri="{FF2B5EF4-FFF2-40B4-BE49-F238E27FC236}">
                <a16:creationId xmlns:a16="http://schemas.microsoft.com/office/drawing/2014/main" id="{FCDB76B9-B6ED-2B83-4A7A-6C0C4DB720E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4899" y="3512420"/>
            <a:ext cx="5889523" cy="3002975"/>
          </a:xfrm>
          <a:prstGeom prst="rect">
            <a:avLst/>
          </a:prstGeom>
          <a:ln>
            <a:noFill/>
          </a:ln>
          <a:effectLst>
            <a:softEdge rad="112500"/>
          </a:effectLst>
        </p:spPr>
      </p:pic>
      <p:pic>
        <p:nvPicPr>
          <p:cNvPr id="2" name="Picture 1">
            <a:extLst>
              <a:ext uri="{FF2B5EF4-FFF2-40B4-BE49-F238E27FC236}">
                <a16:creationId xmlns:a16="http://schemas.microsoft.com/office/drawing/2014/main" id="{802D7357-629A-A063-B50D-954F02CE8685}"/>
              </a:ext>
            </a:extLst>
          </p:cNvPr>
          <p:cNvPicPr>
            <a:picLocks noChangeAspect="1"/>
          </p:cNvPicPr>
          <p:nvPr/>
        </p:nvPicPr>
        <p:blipFill rotWithShape="1">
          <a:blip r:embed="rId5">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367612120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4B27908-F100-82AF-6B0C-A6393C4FC59F}"/>
              </a:ext>
            </a:extLst>
          </p:cNvPr>
          <p:cNvSpPr txBox="1"/>
          <p:nvPr/>
        </p:nvSpPr>
        <p:spPr>
          <a:xfrm>
            <a:off x="1417320" y="751344"/>
            <a:ext cx="6208776" cy="5355312"/>
          </a:xfrm>
          <a:prstGeom prst="rect">
            <a:avLst/>
          </a:prstGeom>
          <a:noFill/>
        </p:spPr>
        <p:txBody>
          <a:bodyPr wrap="square" rtlCol="0">
            <a:spAutoFit/>
          </a:bodyPr>
          <a:lstStyle/>
          <a:p>
            <a:r>
              <a:rPr lang="en-US" dirty="0"/>
              <a:t>&lt;!DOCTYPE html&gt;</a:t>
            </a:r>
          </a:p>
          <a:p>
            <a:r>
              <a:rPr lang="en-US" dirty="0"/>
              <a:t>&lt;html&gt;</a:t>
            </a:r>
          </a:p>
          <a:p>
            <a:r>
              <a:rPr lang="en-US" dirty="0"/>
              <a:t>&lt;head&gt;   </a:t>
            </a:r>
          </a:p>
          <a:p>
            <a:r>
              <a:rPr lang="en-US" dirty="0"/>
              <a:t> &lt;title&gt;EV Defect Sensor Monitoring System&lt;/title&gt;  </a:t>
            </a:r>
          </a:p>
          <a:p>
            <a:r>
              <a:rPr lang="en-US" dirty="0"/>
              <a:t>  &lt;style&gt;</a:t>
            </a:r>
          </a:p>
          <a:p>
            <a:r>
              <a:rPr lang="en-US" dirty="0"/>
              <a:t>        body {          </a:t>
            </a:r>
          </a:p>
          <a:p>
            <a:r>
              <a:rPr lang="en-US" dirty="0"/>
              <a:t>  font-family: Arial, sans-serif; </a:t>
            </a:r>
          </a:p>
          <a:p>
            <a:r>
              <a:rPr lang="en-US" dirty="0"/>
              <a:t>           background: #eef2f3;  </a:t>
            </a:r>
          </a:p>
          <a:p>
            <a:r>
              <a:rPr lang="en-US" dirty="0"/>
              <a:t>          text-align: center;      </a:t>
            </a:r>
          </a:p>
          <a:p>
            <a:r>
              <a:rPr lang="en-US" dirty="0"/>
              <a:t>      padding: 30px;   </a:t>
            </a:r>
          </a:p>
          <a:p>
            <a:r>
              <a:rPr lang="en-US" dirty="0"/>
              <a:t>     }        .container {     </a:t>
            </a:r>
          </a:p>
          <a:p>
            <a:r>
              <a:rPr lang="en-US" dirty="0"/>
              <a:t>       background: white;  </a:t>
            </a:r>
          </a:p>
          <a:p>
            <a:r>
              <a:rPr lang="en-US" dirty="0"/>
              <a:t>        padding: 25px;    </a:t>
            </a:r>
          </a:p>
          <a:p>
            <a:r>
              <a:rPr lang="en-US" dirty="0"/>
              <a:t>       border-radius: 12px;       </a:t>
            </a:r>
          </a:p>
          <a:p>
            <a:r>
              <a:rPr lang="en-US" dirty="0"/>
              <a:t>     width: 500px;        </a:t>
            </a:r>
          </a:p>
          <a:p>
            <a:r>
              <a:rPr lang="en-US" dirty="0"/>
              <a:t>    margin: auto;         </a:t>
            </a:r>
          </a:p>
          <a:p>
            <a:r>
              <a:rPr lang="en-US" dirty="0"/>
              <a:t>   box-shadow: 0 0 15px gray;      </a:t>
            </a:r>
          </a:p>
          <a:p>
            <a:r>
              <a:rPr lang="en-US" dirty="0"/>
              <a:t> }       </a:t>
            </a:r>
          </a:p>
          <a:p>
            <a:r>
              <a:rPr lang="en-US" dirty="0"/>
              <a:t> h2 {</a:t>
            </a:r>
          </a:p>
        </p:txBody>
      </p:sp>
      <p:pic>
        <p:nvPicPr>
          <p:cNvPr id="9" name="Picture 8">
            <a:extLst>
              <a:ext uri="{FF2B5EF4-FFF2-40B4-BE49-F238E27FC236}">
                <a16:creationId xmlns:a16="http://schemas.microsoft.com/office/drawing/2014/main" id="{9421754C-502A-74B5-0D0B-F0D28E89E146}"/>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1317766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A29D6876-B7D5-EF62-F10E-BAE461BE6C16}"/>
              </a:ext>
            </a:extLst>
          </p:cNvPr>
          <p:cNvSpPr txBox="1">
            <a:spLocks/>
          </p:cNvSpPr>
          <p:nvPr/>
        </p:nvSpPr>
        <p:spPr>
          <a:xfrm>
            <a:off x="677334" y="600456"/>
            <a:ext cx="8596668" cy="1320800"/>
          </a:xfrm>
          <a:prstGeom prst="rect">
            <a:avLst/>
          </a:prstGeom>
        </p:spPr>
        <p:txBody>
          <a:bodyPr vert="horz" lIns="91440" tIns="45720" rIns="91440" bIns="45720" rtlCol="0" anchor="t">
            <a:normAutofit/>
          </a:bodyPr>
          <a:lst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US" dirty="0"/>
          </a:p>
        </p:txBody>
      </p:sp>
      <p:sp>
        <p:nvSpPr>
          <p:cNvPr id="5" name="TextBox 4">
            <a:extLst>
              <a:ext uri="{FF2B5EF4-FFF2-40B4-BE49-F238E27FC236}">
                <a16:creationId xmlns:a16="http://schemas.microsoft.com/office/drawing/2014/main" id="{C2D9EDD7-2C18-9FC3-351D-1DF4BCFEB293}"/>
              </a:ext>
            </a:extLst>
          </p:cNvPr>
          <p:cNvSpPr txBox="1"/>
          <p:nvPr/>
        </p:nvSpPr>
        <p:spPr>
          <a:xfrm>
            <a:off x="841248" y="166568"/>
            <a:ext cx="4873752" cy="6524863"/>
          </a:xfrm>
          <a:prstGeom prst="rect">
            <a:avLst/>
          </a:prstGeom>
          <a:noFill/>
        </p:spPr>
        <p:txBody>
          <a:bodyPr wrap="square" rtlCol="0">
            <a:spAutoFit/>
          </a:bodyPr>
          <a:lstStyle/>
          <a:p>
            <a:r>
              <a:rPr lang="en-US" dirty="0"/>
              <a:t> </a:t>
            </a:r>
            <a:r>
              <a:rPr lang="en-US" sz="1600" dirty="0"/>
              <a:t>color: #2c3e50;    </a:t>
            </a:r>
          </a:p>
          <a:p>
            <a:r>
              <a:rPr lang="en-US" sz="1600" dirty="0"/>
              <a:t>    }        .sensor {      </a:t>
            </a:r>
          </a:p>
          <a:p>
            <a:r>
              <a:rPr lang="en-US" sz="1600" dirty="0"/>
              <a:t>     margin: 8px 0;        }  </a:t>
            </a:r>
          </a:p>
          <a:p>
            <a:r>
              <a:rPr lang="en-US" sz="1600" dirty="0"/>
              <a:t>      .warning {      </a:t>
            </a:r>
          </a:p>
          <a:p>
            <a:r>
              <a:rPr lang="en-US" sz="1600" dirty="0"/>
              <a:t>      color: red;    </a:t>
            </a:r>
          </a:p>
          <a:p>
            <a:r>
              <a:rPr lang="en-US" sz="1600" dirty="0"/>
              <a:t>        font-weight: bold;     </a:t>
            </a:r>
          </a:p>
          <a:p>
            <a:r>
              <a:rPr lang="en-US" sz="1600" dirty="0"/>
              <a:t>   }       </a:t>
            </a:r>
          </a:p>
          <a:p>
            <a:r>
              <a:rPr lang="en-US" sz="1600" dirty="0"/>
              <a:t> .safe {    </a:t>
            </a:r>
          </a:p>
          <a:p>
            <a:r>
              <a:rPr lang="en-US" sz="1600" dirty="0"/>
              <a:t>        color: green;      </a:t>
            </a:r>
          </a:p>
          <a:p>
            <a:r>
              <a:rPr lang="en-US" sz="1600" dirty="0"/>
              <a:t>      font-weight: bold;   </a:t>
            </a:r>
          </a:p>
          <a:p>
            <a:r>
              <a:rPr lang="en-US" sz="1600" dirty="0"/>
              <a:t>    }     </a:t>
            </a:r>
          </a:p>
          <a:p>
            <a:r>
              <a:rPr lang="en-US" sz="1600" dirty="0"/>
              <a:t>  button {    </a:t>
            </a:r>
          </a:p>
          <a:p>
            <a:r>
              <a:rPr lang="en-US" sz="1600" dirty="0"/>
              <a:t>        padding: 10px 20px;      </a:t>
            </a:r>
          </a:p>
          <a:p>
            <a:r>
              <a:rPr lang="en-US" sz="1600" dirty="0"/>
              <a:t>      margin-top: 15px;       </a:t>
            </a:r>
          </a:p>
          <a:p>
            <a:r>
              <a:rPr lang="en-US" sz="1600" dirty="0"/>
              <a:t>     cursor: pointer;      </a:t>
            </a:r>
          </a:p>
          <a:p>
            <a:r>
              <a:rPr lang="en-US" sz="1600" dirty="0"/>
              <a:t>      background: #3498db;    </a:t>
            </a:r>
          </a:p>
          <a:p>
            <a:r>
              <a:rPr lang="en-US" sz="1600" dirty="0"/>
              <a:t>        color: white;       </a:t>
            </a:r>
          </a:p>
          <a:p>
            <a:r>
              <a:rPr lang="en-US" sz="1600" dirty="0"/>
              <a:t>     border: none;     </a:t>
            </a:r>
          </a:p>
          <a:p>
            <a:r>
              <a:rPr lang="en-US" sz="1600" dirty="0"/>
              <a:t>       border-radius: 5px;      </a:t>
            </a:r>
          </a:p>
          <a:p>
            <a:r>
              <a:rPr lang="en-US" sz="1600" dirty="0"/>
              <a:t>  }       </a:t>
            </a:r>
          </a:p>
          <a:p>
            <a:r>
              <a:rPr lang="en-US" sz="1600" dirty="0"/>
              <a:t> </a:t>
            </a:r>
            <a:r>
              <a:rPr lang="en-US" sz="1600" dirty="0" err="1"/>
              <a:t>button:hover</a:t>
            </a:r>
            <a:r>
              <a:rPr lang="en-US" sz="1600" dirty="0"/>
              <a:t> {       </a:t>
            </a:r>
          </a:p>
          <a:p>
            <a:r>
              <a:rPr lang="en-US" sz="1600" dirty="0"/>
              <a:t>     background: #2980b9;    </a:t>
            </a:r>
          </a:p>
          <a:p>
            <a:r>
              <a:rPr lang="en-US" sz="1600" dirty="0"/>
              <a:t>    }    </a:t>
            </a:r>
          </a:p>
          <a:p>
            <a:r>
              <a:rPr lang="en-US" sz="1600" dirty="0"/>
              <a:t>&lt;/style&gt;</a:t>
            </a:r>
          </a:p>
          <a:p>
            <a:r>
              <a:rPr lang="en-US" sz="1600" dirty="0"/>
              <a:t>&lt;/head&gt;</a:t>
            </a:r>
          </a:p>
          <a:p>
            <a:r>
              <a:rPr lang="en-US" sz="1600" dirty="0"/>
              <a:t>&lt;body&gt;</a:t>
            </a:r>
          </a:p>
        </p:txBody>
      </p:sp>
      <p:pic>
        <p:nvPicPr>
          <p:cNvPr id="6" name="Picture 5">
            <a:extLst>
              <a:ext uri="{FF2B5EF4-FFF2-40B4-BE49-F238E27FC236}">
                <a16:creationId xmlns:a16="http://schemas.microsoft.com/office/drawing/2014/main" id="{8EE586BE-D99B-2F5C-D2D0-1E52FE262A24}"/>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9144"/>
            <a:ext cx="2145497" cy="609600"/>
          </a:xfrm>
          <a:prstGeom prst="rect">
            <a:avLst/>
          </a:prstGeom>
        </p:spPr>
      </p:pic>
    </p:spTree>
    <p:extLst>
      <p:ext uri="{BB962C8B-B14F-4D97-AF65-F5344CB8AC3E}">
        <p14:creationId xmlns:p14="http://schemas.microsoft.com/office/powerpoint/2010/main" val="315108166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58CC24B-2445-D195-85C2-D1E55A92FBDB}"/>
              </a:ext>
            </a:extLst>
          </p:cNvPr>
          <p:cNvSpPr txBox="1"/>
          <p:nvPr/>
        </p:nvSpPr>
        <p:spPr>
          <a:xfrm>
            <a:off x="2487168" y="347472"/>
            <a:ext cx="6775704" cy="5078313"/>
          </a:xfrm>
          <a:prstGeom prst="rect">
            <a:avLst/>
          </a:prstGeom>
          <a:noFill/>
        </p:spPr>
        <p:txBody>
          <a:bodyPr wrap="square" rtlCol="0">
            <a:spAutoFit/>
          </a:bodyPr>
          <a:lstStyle/>
          <a:p>
            <a:r>
              <a:rPr lang="en-US" dirty="0"/>
              <a:t>&lt;div class="container"&gt;  </a:t>
            </a:r>
          </a:p>
          <a:p>
            <a:r>
              <a:rPr lang="en-US" dirty="0"/>
              <a:t>  &lt;h2&gt;Electric Vehicle Defect Sensor Dashboard&lt;/h2&gt; </a:t>
            </a:r>
          </a:p>
          <a:p>
            <a:r>
              <a:rPr lang="en-US" dirty="0"/>
              <a:t>   &lt;div class="sensor"&gt;Temperature: &lt;span id="temp"&gt;0&lt;/span&gt; °C&lt;/div&gt;   </a:t>
            </a:r>
          </a:p>
          <a:p>
            <a:r>
              <a:rPr lang="en-US" dirty="0"/>
              <a:t> &lt;div class="sensor"&gt;Battery Voltage: &lt;span id="voltage"&gt;0&lt;/span&gt; V&lt;/div&gt;  </a:t>
            </a:r>
          </a:p>
          <a:p>
            <a:r>
              <a:rPr lang="en-US" dirty="0"/>
              <a:t>  &lt;div class="sensor"&gt;Motor Current: &lt;span id="current"&gt;0&lt;/span&gt; A&lt;/div&gt;  </a:t>
            </a:r>
          </a:p>
          <a:p>
            <a:r>
              <a:rPr lang="en-US" dirty="0"/>
              <a:t>  &lt;div class="sensor"&gt;Vehicle Speed: &lt;span id="speed"&gt;0&lt;/span&gt; km/h&lt;/div&gt; </a:t>
            </a:r>
          </a:p>
          <a:p>
            <a:r>
              <a:rPr lang="en-US" dirty="0"/>
              <a:t>   &lt;div class="sensor"&gt;Brake Status: &lt;span id="brake"&gt;Normal&lt;/span&gt;&lt;/div&gt;  </a:t>
            </a:r>
          </a:p>
          <a:p>
            <a:r>
              <a:rPr lang="en-US" dirty="0"/>
              <a:t>  &lt;div class="sensor"&gt;Insulation Leakage: &lt;span id="leakage"&gt;0&lt;/span&gt; mA&lt;/div&gt;  </a:t>
            </a:r>
          </a:p>
          <a:p>
            <a:r>
              <a:rPr lang="en-US" dirty="0"/>
              <a:t>  &lt;h3 id="status" class="safe"&gt;System Safe&lt;/h3&gt; </a:t>
            </a:r>
          </a:p>
          <a:p>
            <a:r>
              <a:rPr lang="en-US" dirty="0"/>
              <a:t>   &lt;button onclick="</a:t>
            </a:r>
            <a:r>
              <a:rPr lang="en-US" dirty="0" err="1"/>
              <a:t>checkSensors</a:t>
            </a:r>
            <a:r>
              <a:rPr lang="en-US" dirty="0"/>
              <a:t>()"&gt;Check All Sensors&lt;/button&gt;</a:t>
            </a:r>
          </a:p>
          <a:p>
            <a:r>
              <a:rPr lang="en-US" dirty="0"/>
              <a:t>&lt;/div&gt;</a:t>
            </a:r>
          </a:p>
          <a:p>
            <a:r>
              <a:rPr lang="en-US" dirty="0"/>
              <a:t>&lt;script&gt;function </a:t>
            </a:r>
            <a:r>
              <a:rPr lang="en-US" dirty="0" err="1"/>
              <a:t>checkSensors</a:t>
            </a:r>
            <a:r>
              <a:rPr lang="en-US" dirty="0"/>
              <a:t>() {</a:t>
            </a:r>
          </a:p>
        </p:txBody>
      </p:sp>
      <p:pic>
        <p:nvPicPr>
          <p:cNvPr id="7" name="Picture 6">
            <a:extLst>
              <a:ext uri="{FF2B5EF4-FFF2-40B4-BE49-F238E27FC236}">
                <a16:creationId xmlns:a16="http://schemas.microsoft.com/office/drawing/2014/main" id="{8627819F-78DD-9F87-7728-C70B35465036}"/>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0"/>
            <a:ext cx="2145497" cy="609600"/>
          </a:xfrm>
          <a:prstGeom prst="rect">
            <a:avLst/>
          </a:prstGeom>
        </p:spPr>
      </p:pic>
    </p:spTree>
    <p:extLst>
      <p:ext uri="{BB962C8B-B14F-4D97-AF65-F5344CB8AC3E}">
        <p14:creationId xmlns:p14="http://schemas.microsoft.com/office/powerpoint/2010/main" val="33722149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DE472B2-820A-B8C3-5752-ECB5D8D7CFDD}"/>
              </a:ext>
            </a:extLst>
          </p:cNvPr>
          <p:cNvSpPr txBox="1"/>
          <p:nvPr/>
        </p:nvSpPr>
        <p:spPr>
          <a:xfrm>
            <a:off x="1417320" y="402336"/>
            <a:ext cx="9546336" cy="4524315"/>
          </a:xfrm>
          <a:prstGeom prst="rect">
            <a:avLst/>
          </a:prstGeom>
          <a:noFill/>
        </p:spPr>
        <p:txBody>
          <a:bodyPr wrap="square" rtlCol="0">
            <a:spAutoFit/>
          </a:bodyPr>
          <a:lstStyle/>
          <a:p>
            <a:r>
              <a:rPr lang="en-US" dirty="0"/>
              <a:t> // Simulated sensor values  </a:t>
            </a:r>
          </a:p>
          <a:p>
            <a:r>
              <a:rPr lang="en-US" dirty="0"/>
              <a:t>  let temperature = </a:t>
            </a:r>
            <a:r>
              <a:rPr lang="en-US" dirty="0" err="1"/>
              <a:t>Math.floor</a:t>
            </a:r>
            <a:r>
              <a:rPr lang="en-US" dirty="0"/>
              <a:t>(</a:t>
            </a:r>
            <a:r>
              <a:rPr lang="en-US" dirty="0" err="1"/>
              <a:t>Math.random</a:t>
            </a:r>
            <a:r>
              <a:rPr lang="en-US" dirty="0"/>
              <a:t>() * 100);  </a:t>
            </a:r>
          </a:p>
          <a:p>
            <a:r>
              <a:rPr lang="en-US" dirty="0"/>
              <a:t>  let voltage = </a:t>
            </a:r>
            <a:r>
              <a:rPr lang="en-US" dirty="0" err="1"/>
              <a:t>Math.floor</a:t>
            </a:r>
            <a:r>
              <a:rPr lang="en-US" dirty="0"/>
              <a:t>(</a:t>
            </a:r>
            <a:r>
              <a:rPr lang="en-US" dirty="0" err="1"/>
              <a:t>Math.random</a:t>
            </a:r>
            <a:r>
              <a:rPr lang="en-US" dirty="0"/>
              <a:t>() * 60); </a:t>
            </a:r>
          </a:p>
          <a:p>
            <a:r>
              <a:rPr lang="en-US" dirty="0"/>
              <a:t>  let current = </a:t>
            </a:r>
            <a:r>
              <a:rPr lang="en-US" dirty="0" err="1"/>
              <a:t>Math.floor</a:t>
            </a:r>
            <a:r>
              <a:rPr lang="en-US" dirty="0"/>
              <a:t>(</a:t>
            </a:r>
            <a:r>
              <a:rPr lang="en-US" dirty="0" err="1"/>
              <a:t>Math.random</a:t>
            </a:r>
            <a:r>
              <a:rPr lang="en-US" dirty="0"/>
              <a:t>() * 50);   </a:t>
            </a:r>
          </a:p>
          <a:p>
            <a:r>
              <a:rPr lang="en-US" dirty="0"/>
              <a:t> let speed = </a:t>
            </a:r>
            <a:r>
              <a:rPr lang="en-US" dirty="0" err="1"/>
              <a:t>Math.floor</a:t>
            </a:r>
            <a:r>
              <a:rPr lang="en-US" dirty="0"/>
              <a:t>(</a:t>
            </a:r>
            <a:r>
              <a:rPr lang="en-US" dirty="0" err="1"/>
              <a:t>Math.random</a:t>
            </a:r>
            <a:r>
              <a:rPr lang="en-US" dirty="0"/>
              <a:t>() * 120);  </a:t>
            </a:r>
          </a:p>
          <a:p>
            <a:r>
              <a:rPr lang="en-US" dirty="0"/>
              <a:t>  let </a:t>
            </a:r>
            <a:r>
              <a:rPr lang="en-US" dirty="0" err="1"/>
              <a:t>brakeFault</a:t>
            </a:r>
            <a:r>
              <a:rPr lang="en-US" dirty="0"/>
              <a:t> = </a:t>
            </a:r>
            <a:r>
              <a:rPr lang="en-US" dirty="0" err="1"/>
              <a:t>Math.random</a:t>
            </a:r>
            <a:r>
              <a:rPr lang="en-US" dirty="0"/>
              <a:t>() &lt; 0.2;  </a:t>
            </a:r>
          </a:p>
          <a:p>
            <a:r>
              <a:rPr lang="en-US" dirty="0"/>
              <a:t>// 20% chance brake fault </a:t>
            </a:r>
          </a:p>
          <a:p>
            <a:r>
              <a:rPr lang="en-US" dirty="0"/>
              <a:t>   let leakage = </a:t>
            </a:r>
            <a:r>
              <a:rPr lang="en-US" dirty="0" err="1"/>
              <a:t>Math.floor</a:t>
            </a:r>
            <a:r>
              <a:rPr lang="en-US" dirty="0"/>
              <a:t>(</a:t>
            </a:r>
            <a:r>
              <a:rPr lang="en-US" dirty="0" err="1"/>
              <a:t>Math.random</a:t>
            </a:r>
            <a:r>
              <a:rPr lang="en-US" dirty="0"/>
              <a:t>() * 20);   </a:t>
            </a:r>
          </a:p>
          <a:p>
            <a:r>
              <a:rPr lang="en-US" dirty="0"/>
              <a:t> // Display values </a:t>
            </a:r>
          </a:p>
          <a:p>
            <a:r>
              <a:rPr lang="en-US" dirty="0"/>
              <a:t>   </a:t>
            </a:r>
            <a:r>
              <a:rPr lang="en-US" dirty="0" err="1"/>
              <a:t>document.getElementById</a:t>
            </a:r>
            <a:r>
              <a:rPr lang="en-US" dirty="0"/>
              <a:t>("temp").</a:t>
            </a:r>
            <a:r>
              <a:rPr lang="en-US" dirty="0" err="1"/>
              <a:t>innerText</a:t>
            </a:r>
            <a:r>
              <a:rPr lang="en-US" dirty="0"/>
              <a:t> = temperature;    </a:t>
            </a:r>
            <a:r>
              <a:rPr lang="en-US" dirty="0" err="1"/>
              <a:t>document.getElementById</a:t>
            </a:r>
            <a:r>
              <a:rPr lang="en-US" dirty="0"/>
              <a:t>("voltage").</a:t>
            </a:r>
            <a:r>
              <a:rPr lang="en-US" dirty="0" err="1"/>
              <a:t>innerText</a:t>
            </a:r>
            <a:r>
              <a:rPr lang="en-US" dirty="0"/>
              <a:t> = voltage;    </a:t>
            </a:r>
            <a:r>
              <a:rPr lang="en-US" dirty="0" err="1"/>
              <a:t>document.getElementById</a:t>
            </a:r>
            <a:r>
              <a:rPr lang="en-US" dirty="0"/>
              <a:t>("current").</a:t>
            </a:r>
            <a:r>
              <a:rPr lang="en-US" dirty="0" err="1"/>
              <a:t>innerText</a:t>
            </a:r>
            <a:r>
              <a:rPr lang="en-US" dirty="0"/>
              <a:t> = current;    </a:t>
            </a:r>
            <a:r>
              <a:rPr lang="en-US" dirty="0" err="1"/>
              <a:t>document.getElementById</a:t>
            </a:r>
            <a:r>
              <a:rPr lang="en-US" dirty="0"/>
              <a:t>("speed").</a:t>
            </a:r>
            <a:r>
              <a:rPr lang="en-US" dirty="0" err="1"/>
              <a:t>innerText</a:t>
            </a:r>
            <a:r>
              <a:rPr lang="en-US" dirty="0"/>
              <a:t> = speed;    </a:t>
            </a:r>
            <a:r>
              <a:rPr lang="en-US" dirty="0" err="1"/>
              <a:t>document.getElementById</a:t>
            </a:r>
            <a:r>
              <a:rPr lang="en-US" dirty="0"/>
              <a:t>("brake").</a:t>
            </a:r>
            <a:r>
              <a:rPr lang="en-US" dirty="0" err="1"/>
              <a:t>innerText</a:t>
            </a:r>
            <a:r>
              <a:rPr lang="en-US" dirty="0"/>
              <a:t> = </a:t>
            </a:r>
            <a:r>
              <a:rPr lang="en-US" dirty="0" err="1"/>
              <a:t>brakeFault</a:t>
            </a:r>
            <a:r>
              <a:rPr lang="en-US" dirty="0"/>
              <a:t> ? "Brake Fault!" : "Normal";    </a:t>
            </a:r>
            <a:r>
              <a:rPr lang="en-US" dirty="0" err="1"/>
              <a:t>document.getElementById</a:t>
            </a:r>
            <a:r>
              <a:rPr lang="en-US" dirty="0"/>
              <a:t>("leakage").</a:t>
            </a:r>
            <a:r>
              <a:rPr lang="en-US" dirty="0" err="1"/>
              <a:t>innerText</a:t>
            </a:r>
            <a:r>
              <a:rPr lang="en-US" dirty="0"/>
              <a:t> = leakage; </a:t>
            </a:r>
          </a:p>
          <a:p>
            <a:r>
              <a:rPr lang="en-US" dirty="0"/>
              <a:t>let status = </a:t>
            </a:r>
            <a:r>
              <a:rPr lang="en-US" dirty="0" err="1"/>
              <a:t>document.getElementById</a:t>
            </a:r>
            <a:r>
              <a:rPr lang="en-US" dirty="0"/>
              <a:t>("status");</a:t>
            </a:r>
          </a:p>
        </p:txBody>
      </p:sp>
      <p:pic>
        <p:nvPicPr>
          <p:cNvPr id="5" name="Picture 4">
            <a:extLst>
              <a:ext uri="{FF2B5EF4-FFF2-40B4-BE49-F238E27FC236}">
                <a16:creationId xmlns:a16="http://schemas.microsoft.com/office/drawing/2014/main" id="{3F38BE95-AB86-D7A8-AB9A-F43E9A6383E2}"/>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653667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9D4B0865-A004-DC08-B9F3-BF9C7130EDEC}"/>
              </a:ext>
            </a:extLst>
          </p:cNvPr>
          <p:cNvSpPr txBox="1"/>
          <p:nvPr/>
        </p:nvSpPr>
        <p:spPr>
          <a:xfrm>
            <a:off x="1225296" y="192024"/>
            <a:ext cx="8476488" cy="6247864"/>
          </a:xfrm>
          <a:prstGeom prst="rect">
            <a:avLst/>
          </a:prstGeom>
          <a:noFill/>
        </p:spPr>
        <p:txBody>
          <a:bodyPr wrap="square" rtlCol="0">
            <a:spAutoFit/>
          </a:bodyPr>
          <a:lstStyle/>
          <a:p>
            <a:r>
              <a:rPr lang="en-US" sz="1600" dirty="0"/>
              <a:t> // Fault Conditions   </a:t>
            </a:r>
          </a:p>
          <a:p>
            <a:r>
              <a:rPr lang="en-US" sz="1600" dirty="0"/>
              <a:t> if (temperature &gt; 60) {   </a:t>
            </a:r>
          </a:p>
          <a:p>
            <a:r>
              <a:rPr lang="en-US" sz="1600" dirty="0"/>
              <a:t>    </a:t>
            </a:r>
            <a:r>
              <a:rPr lang="en-US" sz="1600" dirty="0" err="1"/>
              <a:t>status.innerText</a:t>
            </a:r>
            <a:r>
              <a:rPr lang="en-US" sz="1600" dirty="0"/>
              <a:t> = "Warning: Motor Overheating!";    </a:t>
            </a:r>
          </a:p>
          <a:p>
            <a:r>
              <a:rPr lang="en-US" sz="1600" dirty="0"/>
              <a:t>    </a:t>
            </a:r>
            <a:r>
              <a:rPr lang="en-US" sz="1600" dirty="0" err="1"/>
              <a:t>status.className</a:t>
            </a:r>
            <a:r>
              <a:rPr lang="en-US" sz="1600" dirty="0"/>
              <a:t> = "warning";  </a:t>
            </a:r>
          </a:p>
          <a:p>
            <a:r>
              <a:rPr lang="en-US" sz="1600" dirty="0"/>
              <a:t>  }    else if (voltage &lt; 40) {      </a:t>
            </a:r>
          </a:p>
          <a:p>
            <a:r>
              <a:rPr lang="en-US" sz="1600" dirty="0"/>
              <a:t>  </a:t>
            </a:r>
            <a:r>
              <a:rPr lang="en-US" sz="1600" dirty="0" err="1"/>
              <a:t>status.innerText</a:t>
            </a:r>
            <a:r>
              <a:rPr lang="en-US" sz="1600" dirty="0"/>
              <a:t> = "Warning: Low Battery Voltage!";  </a:t>
            </a:r>
          </a:p>
          <a:p>
            <a:r>
              <a:rPr lang="en-US" sz="1600" dirty="0"/>
              <a:t>      </a:t>
            </a:r>
            <a:r>
              <a:rPr lang="en-US" sz="1600" dirty="0" err="1"/>
              <a:t>status.className</a:t>
            </a:r>
            <a:r>
              <a:rPr lang="en-US" sz="1600" dirty="0"/>
              <a:t> = "warning";  </a:t>
            </a:r>
          </a:p>
          <a:p>
            <a:r>
              <a:rPr lang="en-US" sz="1600" dirty="0"/>
              <a:t>  }    else if (current &gt; 35) {    </a:t>
            </a:r>
          </a:p>
          <a:p>
            <a:r>
              <a:rPr lang="en-US" sz="1600" dirty="0"/>
              <a:t>    </a:t>
            </a:r>
            <a:r>
              <a:rPr lang="en-US" sz="1600" dirty="0" err="1"/>
              <a:t>status.innerText</a:t>
            </a:r>
            <a:r>
              <a:rPr lang="en-US" sz="1600" dirty="0"/>
              <a:t> = "Warning: Over Current Detected!"; </a:t>
            </a:r>
          </a:p>
          <a:p>
            <a:r>
              <a:rPr lang="en-US" sz="1600" dirty="0"/>
              <a:t>       </a:t>
            </a:r>
            <a:r>
              <a:rPr lang="en-US" sz="1600" dirty="0" err="1"/>
              <a:t>status.className</a:t>
            </a:r>
            <a:r>
              <a:rPr lang="en-US" sz="1600" dirty="0"/>
              <a:t> = "warning";</a:t>
            </a:r>
          </a:p>
          <a:p>
            <a:r>
              <a:rPr lang="en-US" sz="1600" dirty="0"/>
              <a:t>    }  </a:t>
            </a:r>
          </a:p>
          <a:p>
            <a:r>
              <a:rPr lang="en-US" sz="1600" dirty="0"/>
              <a:t>  else if (</a:t>
            </a:r>
            <a:r>
              <a:rPr lang="en-US" sz="1600" dirty="0" err="1"/>
              <a:t>brakeFault</a:t>
            </a:r>
            <a:r>
              <a:rPr lang="en-US" sz="1600" dirty="0"/>
              <a:t>) {   </a:t>
            </a:r>
          </a:p>
          <a:p>
            <a:r>
              <a:rPr lang="en-US" sz="1600" dirty="0"/>
              <a:t>     </a:t>
            </a:r>
            <a:r>
              <a:rPr lang="en-US" sz="1600" dirty="0" err="1"/>
              <a:t>status.innerText</a:t>
            </a:r>
            <a:r>
              <a:rPr lang="en-US" sz="1600" dirty="0"/>
              <a:t> = "Warning: Brake System Fault!";    </a:t>
            </a:r>
          </a:p>
          <a:p>
            <a:r>
              <a:rPr lang="en-US" sz="1600" dirty="0"/>
              <a:t>    </a:t>
            </a:r>
            <a:r>
              <a:rPr lang="en-US" sz="1600" dirty="0" err="1"/>
              <a:t>status.className</a:t>
            </a:r>
            <a:r>
              <a:rPr lang="en-US" sz="1600" dirty="0"/>
              <a:t> = "warning";   </a:t>
            </a:r>
          </a:p>
          <a:p>
            <a:r>
              <a:rPr lang="en-US" sz="1600" dirty="0"/>
              <a:t> }    else if (leakage &gt; 10) {     </a:t>
            </a:r>
          </a:p>
          <a:p>
            <a:r>
              <a:rPr lang="en-US" sz="1600" dirty="0"/>
              <a:t>   </a:t>
            </a:r>
            <a:r>
              <a:rPr lang="en-US" sz="1600" dirty="0" err="1"/>
              <a:t>status.innerText</a:t>
            </a:r>
            <a:r>
              <a:rPr lang="en-US" sz="1600" dirty="0"/>
              <a:t> = "Warning: Insulation Leakage Detected!";  </a:t>
            </a:r>
          </a:p>
          <a:p>
            <a:r>
              <a:rPr lang="en-US" sz="1600" dirty="0"/>
              <a:t>      </a:t>
            </a:r>
            <a:r>
              <a:rPr lang="en-US" sz="1600" dirty="0" err="1"/>
              <a:t>status.className</a:t>
            </a:r>
            <a:r>
              <a:rPr lang="en-US" sz="1600" dirty="0"/>
              <a:t> = "warning"; </a:t>
            </a:r>
          </a:p>
          <a:p>
            <a:r>
              <a:rPr lang="en-US" sz="1600" dirty="0"/>
              <a:t>   }    else {     </a:t>
            </a:r>
          </a:p>
          <a:p>
            <a:r>
              <a:rPr lang="en-US" sz="1600" dirty="0"/>
              <a:t>   </a:t>
            </a:r>
            <a:r>
              <a:rPr lang="en-US" sz="1600" dirty="0" err="1"/>
              <a:t>status.innerText</a:t>
            </a:r>
            <a:r>
              <a:rPr lang="en-US" sz="1600" dirty="0"/>
              <a:t> = "System Safe";      </a:t>
            </a:r>
          </a:p>
          <a:p>
            <a:r>
              <a:rPr lang="en-US" sz="1600" dirty="0"/>
              <a:t>  </a:t>
            </a:r>
            <a:r>
              <a:rPr lang="en-US" sz="1600" dirty="0" err="1"/>
              <a:t>status.className</a:t>
            </a:r>
            <a:r>
              <a:rPr lang="en-US" sz="1600" dirty="0"/>
              <a:t> = "safe";   </a:t>
            </a:r>
          </a:p>
          <a:p>
            <a:r>
              <a:rPr lang="en-US" sz="1600" dirty="0"/>
              <a:t> }</a:t>
            </a:r>
          </a:p>
          <a:p>
            <a:r>
              <a:rPr lang="en-US" sz="1600" dirty="0"/>
              <a:t>}</a:t>
            </a:r>
          </a:p>
          <a:p>
            <a:r>
              <a:rPr lang="en-US" sz="1600" dirty="0"/>
              <a:t>&lt;/script&gt;</a:t>
            </a:r>
          </a:p>
          <a:p>
            <a:r>
              <a:rPr lang="en-US" sz="1600" dirty="0"/>
              <a:t>&lt;/body&gt;</a:t>
            </a:r>
          </a:p>
          <a:p>
            <a:r>
              <a:rPr lang="en-US" sz="1600" dirty="0"/>
              <a:t>&lt;/html&gt;</a:t>
            </a:r>
          </a:p>
        </p:txBody>
      </p:sp>
      <p:pic>
        <p:nvPicPr>
          <p:cNvPr id="5" name="Picture 4">
            <a:extLst>
              <a:ext uri="{FF2B5EF4-FFF2-40B4-BE49-F238E27FC236}">
                <a16:creationId xmlns:a16="http://schemas.microsoft.com/office/drawing/2014/main" id="{F68F9859-2C34-1B95-09A6-36A181FC00E7}"/>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388909388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6F7AF2-AFF0-734F-4503-CE85EA67385E}"/>
              </a:ext>
            </a:extLst>
          </p:cNvPr>
          <p:cNvSpPr>
            <a:spLocks noGrp="1"/>
          </p:cNvSpPr>
          <p:nvPr>
            <p:ph type="title"/>
          </p:nvPr>
        </p:nvSpPr>
        <p:spPr>
          <a:xfrm>
            <a:off x="3402062" y="434109"/>
            <a:ext cx="8596668" cy="1320800"/>
          </a:xfrm>
        </p:spPr>
        <p:txBody>
          <a:bodyPr/>
          <a:lstStyle/>
          <a:p>
            <a:r>
              <a:rPr lang="en-US" b="1" dirty="0">
                <a:latin typeface="Times New Roman" panose="02020603050405020304" pitchFamily="18" charset="0"/>
                <a:cs typeface="Times New Roman" panose="02020603050405020304" pitchFamily="18" charset="0"/>
              </a:rPr>
              <a:t>System safe</a:t>
            </a:r>
          </a:p>
        </p:txBody>
      </p:sp>
      <p:pic>
        <p:nvPicPr>
          <p:cNvPr id="5" name="Content Placeholder 4">
            <a:extLst>
              <a:ext uri="{FF2B5EF4-FFF2-40B4-BE49-F238E27FC236}">
                <a16:creationId xmlns:a16="http://schemas.microsoft.com/office/drawing/2014/main" id="{E24EFE8D-D62D-8889-A3E7-2608FF9AA82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689537" y="2105170"/>
            <a:ext cx="6087727" cy="3881437"/>
          </a:xfrm>
          <a:prstGeom prst="rect">
            <a:avLst/>
          </a:prstGeom>
          <a:ln>
            <a:noFill/>
          </a:ln>
          <a:effectLst>
            <a:outerShdw blurRad="292100" dist="139700" dir="2700000" algn="tl" rotWithShape="0">
              <a:srgbClr val="333333">
                <a:alpha val="65000"/>
              </a:srgbClr>
            </a:outerShdw>
          </a:effectLst>
        </p:spPr>
      </p:pic>
      <p:pic>
        <p:nvPicPr>
          <p:cNvPr id="6" name="Picture 5">
            <a:extLst>
              <a:ext uri="{FF2B5EF4-FFF2-40B4-BE49-F238E27FC236}">
                <a16:creationId xmlns:a16="http://schemas.microsoft.com/office/drawing/2014/main" id="{CAA84D82-094E-02D4-2B8B-D6B12E8C8620}"/>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0224385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013F714-D869-1237-762A-BF793ED064E9}"/>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54602" y="1209243"/>
            <a:ext cx="5261305" cy="3881437"/>
          </a:xfrm>
          <a:prstGeom prst="rect">
            <a:avLst/>
          </a:prstGeom>
        </p:spPr>
      </p:pic>
      <p:pic>
        <p:nvPicPr>
          <p:cNvPr id="6" name="Picture 5">
            <a:extLst>
              <a:ext uri="{FF2B5EF4-FFF2-40B4-BE49-F238E27FC236}">
                <a16:creationId xmlns:a16="http://schemas.microsoft.com/office/drawing/2014/main" id="{742C7B57-AB70-8A21-E0BE-12B3CFD9AD33}"/>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9099043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0139DD4B-F538-26B5-FF2A-A0D1F63FE10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464594" y="1157648"/>
            <a:ext cx="5429250" cy="3781425"/>
          </a:xfrm>
          <a:prstGeom prst="rect">
            <a:avLst/>
          </a:prstGeom>
        </p:spPr>
      </p:pic>
      <p:pic>
        <p:nvPicPr>
          <p:cNvPr id="6" name="Picture 5">
            <a:extLst>
              <a:ext uri="{FF2B5EF4-FFF2-40B4-BE49-F238E27FC236}">
                <a16:creationId xmlns:a16="http://schemas.microsoft.com/office/drawing/2014/main" id="{F0E4D4E7-43B0-825C-5AC4-2E4BF2A58020}"/>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90736896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74D4968-D4EE-6921-4452-1F64B2D26F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089944" y="2167731"/>
            <a:ext cx="5772150" cy="3867150"/>
          </a:xfrm>
          <a:prstGeom prst="rect">
            <a:avLst/>
          </a:prstGeom>
        </p:spPr>
      </p:pic>
      <p:pic>
        <p:nvPicPr>
          <p:cNvPr id="6" name="Picture 5">
            <a:extLst>
              <a:ext uri="{FF2B5EF4-FFF2-40B4-BE49-F238E27FC236}">
                <a16:creationId xmlns:a16="http://schemas.microsoft.com/office/drawing/2014/main" id="{9ECDE71E-FD24-CCD4-1393-8AF700F6E693}"/>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0"/>
            <a:ext cx="2145497" cy="609600"/>
          </a:xfrm>
          <a:prstGeom prst="rect">
            <a:avLst/>
          </a:prstGeom>
        </p:spPr>
      </p:pic>
    </p:spTree>
    <p:extLst>
      <p:ext uri="{BB962C8B-B14F-4D97-AF65-F5344CB8AC3E}">
        <p14:creationId xmlns:p14="http://schemas.microsoft.com/office/powerpoint/2010/main" val="13817523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96551D2A-7D06-C2DB-F0F4-21978E4601C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244327" y="1338551"/>
            <a:ext cx="5703529" cy="3881437"/>
          </a:xfrm>
          <a:prstGeom prst="rect">
            <a:avLst/>
          </a:prstGeom>
        </p:spPr>
      </p:pic>
      <p:pic>
        <p:nvPicPr>
          <p:cNvPr id="6" name="Picture 5">
            <a:extLst>
              <a:ext uri="{FF2B5EF4-FFF2-40B4-BE49-F238E27FC236}">
                <a16:creationId xmlns:a16="http://schemas.microsoft.com/office/drawing/2014/main" id="{1C3266BD-3FBF-BA8F-424B-9237F05BC7CE}"/>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26022574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A7BE5C4-13FE-B0A3-DE85-7E8F75D20F2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318663" y="1181533"/>
            <a:ext cx="5499439" cy="3881437"/>
          </a:xfrm>
          <a:prstGeom prst="rect">
            <a:avLst/>
          </a:prstGeom>
        </p:spPr>
      </p:pic>
      <p:pic>
        <p:nvPicPr>
          <p:cNvPr id="6" name="Picture 5">
            <a:extLst>
              <a:ext uri="{FF2B5EF4-FFF2-40B4-BE49-F238E27FC236}">
                <a16:creationId xmlns:a16="http://schemas.microsoft.com/office/drawing/2014/main" id="{A957FA12-476C-8277-F640-0D84E1DC3412}"/>
              </a:ext>
            </a:extLst>
          </p:cNvPr>
          <p:cNvPicPr>
            <a:picLocks noChangeAspect="1"/>
          </p:cNvPicPr>
          <p:nvPr/>
        </p:nvPicPr>
        <p:blipFill rotWithShape="1">
          <a:blip r:embed="rId3">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170830365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ADB476-C40C-0ED2-5368-FD3328C9BCF1}"/>
              </a:ext>
            </a:extLst>
          </p:cNvPr>
          <p:cNvSpPr>
            <a:spLocks noGrp="1"/>
          </p:cNvSpPr>
          <p:nvPr>
            <p:ph type="title"/>
          </p:nvPr>
        </p:nvSpPr>
        <p:spPr/>
        <p:txBody>
          <a:bodyPr/>
          <a:lstStyle/>
          <a:p>
            <a:r>
              <a:rPr lang="en-US" b="1" u="sng" dirty="0">
                <a:latin typeface="Times New Roman" panose="02020603050405020304" pitchFamily="18" charset="0"/>
                <a:cs typeface="Times New Roman" panose="02020603050405020304" pitchFamily="18" charset="0"/>
              </a:rPr>
              <a:t>Methodology</a:t>
            </a:r>
          </a:p>
        </p:txBody>
      </p:sp>
      <p:sp>
        <p:nvSpPr>
          <p:cNvPr id="3" name="Content Placeholder 2">
            <a:extLst>
              <a:ext uri="{FF2B5EF4-FFF2-40B4-BE49-F238E27FC236}">
                <a16:creationId xmlns:a16="http://schemas.microsoft.com/office/drawing/2014/main" id="{60711E7F-C6C5-68D2-5A0D-7FCDA4832831}"/>
              </a:ext>
            </a:extLst>
          </p:cNvPr>
          <p:cNvSpPr>
            <a:spLocks noGrp="1"/>
          </p:cNvSpPr>
          <p:nvPr>
            <p:ph idx="1"/>
          </p:nvPr>
        </p:nvSpPr>
        <p:spPr>
          <a:xfrm>
            <a:off x="677334" y="2160589"/>
            <a:ext cx="8596668" cy="3335047"/>
          </a:xfrm>
        </p:spPr>
        <p:txBody>
          <a:bodyPr>
            <a:normAutofit/>
          </a:bodyPr>
          <a:lstStyle/>
          <a:p>
            <a:r>
              <a:rPr lang="en-US" sz="2400" dirty="0"/>
              <a:t>Electric vehicle (EV) defect sensor methodology focuses on identifying failures in critical components like batteries, motors, and power electronics using techniques ranging from mathematical modeling to artificial intelligence. These methods generally aim to detect sensor faults, such as bias, drift, or complete signal loss, ensuring the safety and reliability of the vehicle</a:t>
            </a:r>
          </a:p>
        </p:txBody>
      </p:sp>
    </p:spTree>
    <p:extLst>
      <p:ext uri="{BB962C8B-B14F-4D97-AF65-F5344CB8AC3E}">
        <p14:creationId xmlns:p14="http://schemas.microsoft.com/office/powerpoint/2010/main" val="3737171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2784A-DC95-F6CD-C921-A714840FE97F}"/>
              </a:ext>
            </a:extLst>
          </p:cNvPr>
          <p:cNvSpPr>
            <a:spLocks noGrp="1"/>
          </p:cNvSpPr>
          <p:nvPr>
            <p:ph type="title"/>
          </p:nvPr>
        </p:nvSpPr>
        <p:spPr>
          <a:xfrm>
            <a:off x="2372428" y="1915054"/>
            <a:ext cx="6245099" cy="1600200"/>
          </a:xfrm>
        </p:spPr>
        <p:txBody>
          <a:bodyPr>
            <a:noAutofit/>
          </a:bodyPr>
          <a:lstStyle/>
          <a:p>
            <a:r>
              <a:rPr lang="en-IN" sz="8800" dirty="0">
                <a:solidFill>
                  <a:srgbClr val="C00000"/>
                </a:solidFill>
                <a:latin typeface="Times New Roman" panose="02020603050405020304" pitchFamily="18" charset="0"/>
                <a:cs typeface="Times New Roman" panose="02020603050405020304" pitchFamily="18" charset="0"/>
              </a:rPr>
              <a:t>Thank you</a:t>
            </a:r>
          </a:p>
        </p:txBody>
      </p:sp>
      <p:pic>
        <p:nvPicPr>
          <p:cNvPr id="3" name="Picture 2">
            <a:extLst>
              <a:ext uri="{FF2B5EF4-FFF2-40B4-BE49-F238E27FC236}">
                <a16:creationId xmlns:a16="http://schemas.microsoft.com/office/drawing/2014/main" id="{5DD11E4D-5380-584B-E431-1E55AF3FA8CB}"/>
              </a:ext>
            </a:extLst>
          </p:cNvPr>
          <p:cNvPicPr>
            <a:picLocks noChangeAspect="1"/>
          </p:cNvPicPr>
          <p:nvPr/>
        </p:nvPicPr>
        <p:blipFill rotWithShape="1">
          <a:blip r:embed="rId2">
            <a:extLst>
              <a:ext uri="{28A0092B-C50C-407E-A947-70E740481C1C}">
                <a14:useLocalDpi xmlns:a14="http://schemas.microsoft.com/office/drawing/2010/main" val="0"/>
              </a:ext>
            </a:extLst>
          </a:blip>
          <a:srcRect l="2523" t="21613" r="2369" b="16451"/>
          <a:stretch/>
        </p:blipFill>
        <p:spPr>
          <a:xfrm>
            <a:off x="10046503" y="1"/>
            <a:ext cx="2145497" cy="609600"/>
          </a:xfrm>
          <a:prstGeom prst="rect">
            <a:avLst/>
          </a:prstGeom>
        </p:spPr>
      </p:pic>
    </p:spTree>
    <p:extLst>
      <p:ext uri="{BB962C8B-B14F-4D97-AF65-F5344CB8AC3E}">
        <p14:creationId xmlns:p14="http://schemas.microsoft.com/office/powerpoint/2010/main" val="1232783776"/>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1021</TotalTime>
  <Words>1255</Words>
  <Application>Microsoft Office PowerPoint</Application>
  <PresentationFormat>Widescreen</PresentationFormat>
  <Paragraphs>162</Paragraphs>
  <Slides>24</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Aptos</vt:lpstr>
      <vt:lpstr>Arial</vt:lpstr>
      <vt:lpstr>Times New Roman</vt:lpstr>
      <vt:lpstr>Trebuchet MS</vt:lpstr>
      <vt:lpstr>Wingdings 3</vt:lpstr>
      <vt:lpstr>Facet</vt:lpstr>
      <vt:lpstr>BATCH – 09 (SEC – 19) FIELD PROJECT</vt:lpstr>
      <vt:lpstr>                    Field project                     ELECTRICAL  AUTO    MOBILES DEFECT SENSORS              </vt:lpstr>
      <vt:lpstr>INTRODUCTION TO ELECTRICAL AUTO MOBILES DEFECT SENSORS:-</vt:lpstr>
      <vt:lpstr>Objectives of the Project-</vt:lpstr>
      <vt:lpstr>Components of an Electrical Automobile:-</vt:lpstr>
      <vt:lpstr> Types of Defect Detection Sensors in EVs:-</vt:lpstr>
      <vt:lpstr>PowerPoint Presentation</vt:lpstr>
      <vt:lpstr>Working Principle of Defect Detection:-</vt:lpstr>
      <vt:lpstr>Field Study (Example Observation):-</vt:lpstr>
      <vt:lpstr>Conclusion:-</vt:lpstr>
      <vt:lpstr>PowerPoint Presentation</vt:lpstr>
      <vt:lpstr>PowerPoint Presentation</vt:lpstr>
      <vt:lpstr>PowerPoint Presentation</vt:lpstr>
      <vt:lpstr>PowerPoint Presentation</vt:lpstr>
      <vt:lpstr>PowerPoint Presentation</vt:lpstr>
      <vt:lpstr>PowerPoint Presentation</vt:lpstr>
      <vt:lpstr>System safe</vt:lpstr>
      <vt:lpstr>PowerPoint Presentation</vt:lpstr>
      <vt:lpstr>PowerPoint Presentation</vt:lpstr>
      <vt:lpstr>PowerPoint Presentation</vt:lpstr>
      <vt:lpstr>PowerPoint Presentation</vt:lpstr>
      <vt:lpstr>PowerPoint Presentation</vt:lpstr>
      <vt:lpstr>Methodology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Jyothika Bhimavarapu</dc:creator>
  <cp:lastModifiedBy>User</cp:lastModifiedBy>
  <cp:revision>14</cp:revision>
  <dcterms:created xsi:type="dcterms:W3CDTF">2026-01-08T13:46:20Z</dcterms:created>
  <dcterms:modified xsi:type="dcterms:W3CDTF">2026-04-04T06:46:01Z</dcterms:modified>
</cp:coreProperties>
</file>